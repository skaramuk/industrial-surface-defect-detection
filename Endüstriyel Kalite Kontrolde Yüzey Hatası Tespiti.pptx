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3" r:id="rId1"/>
  </p:sldMasterIdLst>
  <p:sldIdLst>
    <p:sldId id="256" r:id="rId2"/>
    <p:sldId id="258" r:id="rId3"/>
    <p:sldId id="259" r:id="rId4"/>
    <p:sldId id="260" r:id="rId5"/>
    <p:sldId id="261" r:id="rId6"/>
    <p:sldId id="262" r:id="rId7"/>
    <p:sldId id="264" r:id="rId8"/>
    <p:sldId id="265"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D778B3-49C6-4F9B-BC24-B633D4C644A0}" v="25" dt="2025-12-27T20:11:39.1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0" d="100"/>
          <a:sy n="100" d="100"/>
        </p:scale>
        <p:origin x="96"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mih Karamuk" userId="fcb69964e6f5f708" providerId="LiveId" clId="{002DFDBC-8F3C-4285-97E0-4206A2B9E695}"/>
    <pc:docChg chg="undo custSel addSld delSld modSld sldOrd addMainMaster delMainMaster">
      <pc:chgData name="Semih Karamuk" userId="fcb69964e6f5f708" providerId="LiveId" clId="{002DFDBC-8F3C-4285-97E0-4206A2B9E695}" dt="2025-12-27T20:12:33.703" v="711" actId="27636"/>
      <pc:docMkLst>
        <pc:docMk/>
      </pc:docMkLst>
      <pc:sldChg chg="addSp delSp modSp mod setBg modClrScheme delDesignElem chgLayout">
        <pc:chgData name="Semih Karamuk" userId="fcb69964e6f5f708" providerId="LiveId" clId="{002DFDBC-8F3C-4285-97E0-4206A2B9E695}" dt="2025-12-27T20:11:57.742" v="705" actId="20577"/>
        <pc:sldMkLst>
          <pc:docMk/>
          <pc:sldMk cId="950740904" sldId="256"/>
        </pc:sldMkLst>
        <pc:spChg chg="mod ord">
          <ac:chgData name="Semih Karamuk" userId="fcb69964e6f5f708" providerId="LiveId" clId="{002DFDBC-8F3C-4285-97E0-4206A2B9E695}" dt="2025-12-27T20:11:57.742" v="705" actId="20577"/>
          <ac:spMkLst>
            <pc:docMk/>
            <pc:sldMk cId="950740904" sldId="256"/>
            <ac:spMk id="2" creationId="{72A8CBF0-E047-173F-E43D-40ABA5503B02}"/>
          </ac:spMkLst>
        </pc:spChg>
        <pc:spChg chg="mod ord">
          <ac:chgData name="Semih Karamuk" userId="fcb69964e6f5f708" providerId="LiveId" clId="{002DFDBC-8F3C-4285-97E0-4206A2B9E695}" dt="2025-12-27T20:11:43.372" v="688" actId="26606"/>
          <ac:spMkLst>
            <pc:docMk/>
            <pc:sldMk cId="950740904" sldId="256"/>
            <ac:spMk id="3" creationId="{9A48B404-D88A-00CE-92B1-67516ACE215F}"/>
          </ac:spMkLst>
        </pc:spChg>
        <pc:spChg chg="add del">
          <ac:chgData name="Semih Karamuk" userId="fcb69964e6f5f708" providerId="LiveId" clId="{002DFDBC-8F3C-4285-97E0-4206A2B9E695}" dt="2025-12-27T19:42:40.004" v="197" actId="26606"/>
          <ac:spMkLst>
            <pc:docMk/>
            <pc:sldMk cId="950740904" sldId="256"/>
            <ac:spMk id="6" creationId="{1DB043B4-68C6-45B9-82AC-A5800EADB8DB}"/>
          </ac:spMkLst>
        </pc:spChg>
        <pc:spChg chg="add del">
          <ac:chgData name="Semih Karamuk" userId="fcb69964e6f5f708" providerId="LiveId" clId="{002DFDBC-8F3C-4285-97E0-4206A2B9E695}" dt="2025-12-27T19:42:40.004" v="197" actId="26606"/>
          <ac:spMkLst>
            <pc:docMk/>
            <pc:sldMk cId="950740904" sldId="256"/>
            <ac:spMk id="7" creationId="{AD4EA4DF-0E7C-4098-86F6-7D0ACAEFC0BF}"/>
          </ac:spMkLst>
        </pc:spChg>
        <pc:spChg chg="add del">
          <ac:chgData name="Semih Karamuk" userId="fcb69964e6f5f708" providerId="LiveId" clId="{002DFDBC-8F3C-4285-97E0-4206A2B9E695}" dt="2025-12-27T19:42:40.004" v="197" actId="26606"/>
          <ac:spMkLst>
            <pc:docMk/>
            <pc:sldMk cId="950740904" sldId="256"/>
            <ac:spMk id="8" creationId="{FE05BC49-0F00-4C85-9AF5-A0CC5B39C8D2}"/>
          </ac:spMkLst>
        </pc:spChg>
        <pc:spChg chg="add del">
          <ac:chgData name="Semih Karamuk" userId="fcb69964e6f5f708" providerId="LiveId" clId="{002DFDBC-8F3C-4285-97E0-4206A2B9E695}" dt="2025-12-27T19:41:49.661" v="180" actId="26606"/>
          <ac:spMkLst>
            <pc:docMk/>
            <pc:sldMk cId="950740904" sldId="256"/>
            <ac:spMk id="9" creationId="{A88F843D-1C1B-C740-AC27-E3238D0F5F47}"/>
          </ac:spMkLst>
        </pc:spChg>
        <pc:spChg chg="add">
          <ac:chgData name="Semih Karamuk" userId="fcb69964e6f5f708" providerId="LiveId" clId="{002DFDBC-8F3C-4285-97E0-4206A2B9E695}" dt="2025-12-27T20:11:43.372" v="688" actId="26606"/>
          <ac:spMkLst>
            <pc:docMk/>
            <pc:sldMk cId="950740904" sldId="256"/>
            <ac:spMk id="10" creationId="{1CE580D1-F917-4567-AFB4-99AA9B52ADF0}"/>
          </ac:spMkLst>
        </pc:spChg>
        <pc:spChg chg="add del">
          <ac:chgData name="Semih Karamuk" userId="fcb69964e6f5f708" providerId="LiveId" clId="{002DFDBC-8F3C-4285-97E0-4206A2B9E695}" dt="2025-12-27T19:41:49.661" v="180" actId="26606"/>
          <ac:spMkLst>
            <pc:docMk/>
            <pc:sldMk cId="950740904" sldId="256"/>
            <ac:spMk id="11" creationId="{9F0EA5A9-0D12-3644-BBEC-6D9D192EBEF4}"/>
          </ac:spMkLst>
        </pc:spChg>
        <pc:spChg chg="add del">
          <ac:chgData name="Semih Karamuk" userId="fcb69964e6f5f708" providerId="LiveId" clId="{002DFDBC-8F3C-4285-97E0-4206A2B9E695}" dt="2025-12-27T19:41:49.661" v="180" actId="26606"/>
          <ac:spMkLst>
            <pc:docMk/>
            <pc:sldMk cId="950740904" sldId="256"/>
            <ac:spMk id="13" creationId="{A21C8291-E3D5-4240-8FF4-E5213CBCC453}"/>
          </ac:spMkLst>
        </pc:spChg>
        <pc:spChg chg="add del">
          <ac:chgData name="Semih Karamuk" userId="fcb69964e6f5f708" providerId="LiveId" clId="{002DFDBC-8F3C-4285-97E0-4206A2B9E695}" dt="2025-12-27T19:41:49.661" v="180" actId="26606"/>
          <ac:spMkLst>
            <pc:docMk/>
            <pc:sldMk cId="950740904" sldId="256"/>
            <ac:spMk id="15" creationId="{08B44AFE-C181-7047-8CC9-CA00BD385EEA}"/>
          </ac:spMkLst>
        </pc:spChg>
        <pc:spChg chg="add">
          <ac:chgData name="Semih Karamuk" userId="fcb69964e6f5f708" providerId="LiveId" clId="{002DFDBC-8F3C-4285-97E0-4206A2B9E695}" dt="2025-12-27T20:11:43.372" v="688" actId="26606"/>
          <ac:spMkLst>
            <pc:docMk/>
            <pc:sldMk cId="950740904" sldId="256"/>
            <ac:spMk id="17" creationId="{F2AF0D79-4A1A-4F27-B9F0-CF252C4AC91C}"/>
          </ac:spMkLst>
        </pc:spChg>
        <pc:spChg chg="add del">
          <ac:chgData name="Semih Karamuk" userId="fcb69964e6f5f708" providerId="LiveId" clId="{002DFDBC-8F3C-4285-97E0-4206A2B9E695}" dt="2025-12-27T19:42:40.627" v="199" actId="26606"/>
          <ac:spMkLst>
            <pc:docMk/>
            <pc:sldMk cId="950740904" sldId="256"/>
            <ac:spMk id="18" creationId="{A5931BE0-4B93-4D6C-878E-ACC59D6B4587}"/>
          </ac:spMkLst>
        </pc:spChg>
        <pc:spChg chg="add del">
          <ac:chgData name="Semih Karamuk" userId="fcb69964e6f5f708" providerId="LiveId" clId="{002DFDBC-8F3C-4285-97E0-4206A2B9E695}" dt="2025-12-27T19:41:51.415" v="182" actId="26606"/>
          <ac:spMkLst>
            <pc:docMk/>
            <pc:sldMk cId="950740904" sldId="256"/>
            <ac:spMk id="19" creationId="{9EB54D17-3792-403D-9127-495845021D2B}"/>
          </ac:spMkLst>
        </pc:spChg>
        <pc:spChg chg="add del">
          <ac:chgData name="Semih Karamuk" userId="fcb69964e6f5f708" providerId="LiveId" clId="{002DFDBC-8F3C-4285-97E0-4206A2B9E695}" dt="2025-12-27T19:41:51.415" v="182" actId="26606"/>
          <ac:spMkLst>
            <pc:docMk/>
            <pc:sldMk cId="950740904" sldId="256"/>
            <ac:spMk id="20" creationId="{51A01047-632B-4F57-9CDB-AA680D5BBB19}"/>
          </ac:spMkLst>
        </pc:spChg>
        <pc:spChg chg="add del">
          <ac:chgData name="Semih Karamuk" userId="fcb69964e6f5f708" providerId="LiveId" clId="{002DFDBC-8F3C-4285-97E0-4206A2B9E695}" dt="2025-12-27T19:41:51.415" v="182" actId="26606"/>
          <ac:spMkLst>
            <pc:docMk/>
            <pc:sldMk cId="950740904" sldId="256"/>
            <ac:spMk id="21" creationId="{48EF695B-E7DE-4164-862A-9CD06DFB0EC0}"/>
          </ac:spMkLst>
        </pc:spChg>
        <pc:spChg chg="add del">
          <ac:chgData name="Semih Karamuk" userId="fcb69964e6f5f708" providerId="LiveId" clId="{002DFDBC-8F3C-4285-97E0-4206A2B9E695}" dt="2025-12-27T19:42:18.622" v="191" actId="26606"/>
          <ac:spMkLst>
            <pc:docMk/>
            <pc:sldMk cId="950740904" sldId="256"/>
            <ac:spMk id="24" creationId="{A88F843D-1C1B-C740-AC27-E3238D0F5F47}"/>
          </ac:spMkLst>
        </pc:spChg>
        <pc:spChg chg="add del">
          <ac:chgData name="Semih Karamuk" userId="fcb69964e6f5f708" providerId="LiveId" clId="{002DFDBC-8F3C-4285-97E0-4206A2B9E695}" dt="2025-12-27T19:42:18.622" v="191" actId="26606"/>
          <ac:spMkLst>
            <pc:docMk/>
            <pc:sldMk cId="950740904" sldId="256"/>
            <ac:spMk id="25" creationId="{9F0EA5A9-0D12-3644-BBEC-6D9D192EBEF4}"/>
          </ac:spMkLst>
        </pc:spChg>
        <pc:spChg chg="add del">
          <ac:chgData name="Semih Karamuk" userId="fcb69964e6f5f708" providerId="LiveId" clId="{002DFDBC-8F3C-4285-97E0-4206A2B9E695}" dt="2025-12-27T19:42:18.622" v="191" actId="26606"/>
          <ac:spMkLst>
            <pc:docMk/>
            <pc:sldMk cId="950740904" sldId="256"/>
            <ac:spMk id="26" creationId="{A21C8291-E3D5-4240-8FF4-E5213CBCC453}"/>
          </ac:spMkLst>
        </pc:spChg>
        <pc:spChg chg="add del">
          <ac:chgData name="Semih Karamuk" userId="fcb69964e6f5f708" providerId="LiveId" clId="{002DFDBC-8F3C-4285-97E0-4206A2B9E695}" dt="2025-12-27T19:42:18.622" v="191" actId="26606"/>
          <ac:spMkLst>
            <pc:docMk/>
            <pc:sldMk cId="950740904" sldId="256"/>
            <ac:spMk id="27" creationId="{08B44AFE-C181-7047-8CC9-CA00BD385EEA}"/>
          </ac:spMkLst>
        </pc:spChg>
        <pc:spChg chg="add del">
          <ac:chgData name="Semih Karamuk" userId="fcb69964e6f5f708" providerId="LiveId" clId="{002DFDBC-8F3C-4285-97E0-4206A2B9E695}" dt="2025-12-27T19:42:41.164" v="201" actId="26606"/>
          <ac:spMkLst>
            <pc:docMk/>
            <pc:sldMk cId="950740904" sldId="256"/>
            <ac:spMk id="37" creationId="{A5931BE0-4B93-4D6C-878E-ACC59D6B4587}"/>
          </ac:spMkLst>
        </pc:spChg>
        <pc:spChg chg="add del">
          <ac:chgData name="Semih Karamuk" userId="fcb69964e6f5f708" providerId="LiveId" clId="{002DFDBC-8F3C-4285-97E0-4206A2B9E695}" dt="2025-12-27T19:42:36.634" v="195"/>
          <ac:spMkLst>
            <pc:docMk/>
            <pc:sldMk cId="950740904" sldId="256"/>
            <ac:spMk id="38" creationId="{A5931BE0-4B93-4D6C-878E-ACC59D6B4587}"/>
          </ac:spMkLst>
        </pc:spChg>
        <pc:spChg chg="add del">
          <ac:chgData name="Semih Karamuk" userId="fcb69964e6f5f708" providerId="LiveId" clId="{002DFDBC-8F3C-4285-97E0-4206A2B9E695}" dt="2025-12-27T19:42:41.164" v="201" actId="26606"/>
          <ac:spMkLst>
            <pc:docMk/>
            <pc:sldMk cId="950740904" sldId="256"/>
            <ac:spMk id="39" creationId="{6FF3A87B-2255-45E0-A551-C11FAF93290C}"/>
          </ac:spMkLst>
        </pc:spChg>
        <pc:spChg chg="add del">
          <ac:chgData name="Semih Karamuk" userId="fcb69964e6f5f708" providerId="LiveId" clId="{002DFDBC-8F3C-4285-97E0-4206A2B9E695}" dt="2025-12-27T19:42:36.634" v="195"/>
          <ac:spMkLst>
            <pc:docMk/>
            <pc:sldMk cId="950740904" sldId="256"/>
            <ac:spMk id="40" creationId="{6FF3A87B-2255-45E0-A551-C11FAF93290C}"/>
          </ac:spMkLst>
        </pc:spChg>
        <pc:spChg chg="add del">
          <ac:chgData name="Semih Karamuk" userId="fcb69964e6f5f708" providerId="LiveId" clId="{002DFDBC-8F3C-4285-97E0-4206A2B9E695}" dt="2025-12-27T19:42:41.931" v="203" actId="26606"/>
          <ac:spMkLst>
            <pc:docMk/>
            <pc:sldMk cId="950740904" sldId="256"/>
            <ac:spMk id="46" creationId="{A5931BE0-4B93-4D6C-878E-ACC59D6B4587}"/>
          </ac:spMkLst>
        </pc:spChg>
        <pc:spChg chg="add del">
          <ac:chgData name="Semih Karamuk" userId="fcb69964e6f5f708" providerId="LiveId" clId="{002DFDBC-8F3C-4285-97E0-4206A2B9E695}" dt="2025-12-27T19:42:41.931" v="203" actId="26606"/>
          <ac:spMkLst>
            <pc:docMk/>
            <pc:sldMk cId="950740904" sldId="256"/>
            <ac:spMk id="51" creationId="{647A77D8-817B-4A9F-86AA-FE781E813DBC}"/>
          </ac:spMkLst>
        </pc:spChg>
        <pc:spChg chg="add del">
          <ac:chgData name="Semih Karamuk" userId="fcb69964e6f5f708" providerId="LiveId" clId="{002DFDBC-8F3C-4285-97E0-4206A2B9E695}" dt="2025-12-27T19:43:11.118" v="217" actId="26606"/>
          <ac:spMkLst>
            <pc:docMk/>
            <pc:sldMk cId="950740904" sldId="256"/>
            <ac:spMk id="58" creationId="{A5931BE0-4B93-4D6C-878E-ACC59D6B4587}"/>
          </ac:spMkLst>
        </pc:spChg>
        <pc:spChg chg="add del">
          <ac:chgData name="Semih Karamuk" userId="fcb69964e6f5f708" providerId="LiveId" clId="{002DFDBC-8F3C-4285-97E0-4206A2B9E695}" dt="2025-12-27T19:43:11.118" v="217" actId="26606"/>
          <ac:spMkLst>
            <pc:docMk/>
            <pc:sldMk cId="950740904" sldId="256"/>
            <ac:spMk id="59" creationId="{C5D31EF7-7A67-43B2-8B5E-B4A6241B1A83}"/>
          </ac:spMkLst>
        </pc:spChg>
        <pc:spChg chg="add del">
          <ac:chgData name="Semih Karamuk" userId="fcb69964e6f5f708" providerId="LiveId" clId="{002DFDBC-8F3C-4285-97E0-4206A2B9E695}" dt="2025-12-27T19:42:47.079" v="208" actId="26606"/>
          <ac:spMkLst>
            <pc:docMk/>
            <pc:sldMk cId="950740904" sldId="256"/>
            <ac:spMk id="64" creationId="{9B65F7F7-2FCE-8F01-53DE-15C39342BE99}"/>
          </ac:spMkLst>
        </pc:spChg>
        <pc:spChg chg="add del">
          <ac:chgData name="Semih Karamuk" userId="fcb69964e6f5f708" providerId="LiveId" clId="{002DFDBC-8F3C-4285-97E0-4206A2B9E695}" dt="2025-12-27T19:43:11.084" v="216" actId="26606"/>
          <ac:spMkLst>
            <pc:docMk/>
            <pc:sldMk cId="950740904" sldId="256"/>
            <ac:spMk id="66" creationId="{ADA271CD-3011-4A05-B4A3-80F1794684F2}"/>
          </ac:spMkLst>
        </pc:spChg>
        <pc:spChg chg="add del">
          <ac:chgData name="Semih Karamuk" userId="fcb69964e6f5f708" providerId="LiveId" clId="{002DFDBC-8F3C-4285-97E0-4206A2B9E695}" dt="2025-12-27T19:42:48.699" v="210" actId="26606"/>
          <ac:spMkLst>
            <pc:docMk/>
            <pc:sldMk cId="950740904" sldId="256"/>
            <ac:spMk id="70" creationId="{9F63AA5A-E6E1-46DA-AB40-C58233393EDE}"/>
          </ac:spMkLst>
        </pc:spChg>
        <pc:spChg chg="add del">
          <ac:chgData name="Semih Karamuk" userId="fcb69964e6f5f708" providerId="LiveId" clId="{002DFDBC-8F3C-4285-97E0-4206A2B9E695}" dt="2025-12-27T19:42:48.699" v="210" actId="26606"/>
          <ac:spMkLst>
            <pc:docMk/>
            <pc:sldMk cId="950740904" sldId="256"/>
            <ac:spMk id="72" creationId="{04BA3935-5258-425A-B52A-BBF28BCE0E0F}"/>
          </ac:spMkLst>
        </pc:spChg>
        <pc:spChg chg="add del">
          <ac:chgData name="Semih Karamuk" userId="fcb69964e6f5f708" providerId="LiveId" clId="{002DFDBC-8F3C-4285-97E0-4206A2B9E695}" dt="2025-12-27T19:42:48.699" v="210" actId="26606"/>
          <ac:spMkLst>
            <pc:docMk/>
            <pc:sldMk cId="950740904" sldId="256"/>
            <ac:spMk id="74" creationId="{29E1A098-7C97-4E3D-B817-1CEA96C1E87B}"/>
          </ac:spMkLst>
        </pc:spChg>
        <pc:spChg chg="add del">
          <ac:chgData name="Semih Karamuk" userId="fcb69964e6f5f708" providerId="LiveId" clId="{002DFDBC-8F3C-4285-97E0-4206A2B9E695}" dt="2025-12-27T19:42:48.699" v="210" actId="26606"/>
          <ac:spMkLst>
            <pc:docMk/>
            <pc:sldMk cId="950740904" sldId="256"/>
            <ac:spMk id="82" creationId="{E487D834-670E-48F3-8345-296EA83579A3}"/>
          </ac:spMkLst>
        </pc:spChg>
        <pc:spChg chg="add del">
          <ac:chgData name="Semih Karamuk" userId="fcb69964e6f5f708" providerId="LiveId" clId="{002DFDBC-8F3C-4285-97E0-4206A2B9E695}" dt="2025-12-27T19:42:49.735" v="212" actId="26606"/>
          <ac:spMkLst>
            <pc:docMk/>
            <pc:sldMk cId="950740904" sldId="256"/>
            <ac:spMk id="84" creationId="{49306479-8C4D-4E4A-A330-DFC80A8A01BE}"/>
          </ac:spMkLst>
        </pc:spChg>
        <pc:spChg chg="add del">
          <ac:chgData name="Semih Karamuk" userId="fcb69964e6f5f708" providerId="LiveId" clId="{002DFDBC-8F3C-4285-97E0-4206A2B9E695}" dt="2025-12-27T19:42:49.735" v="212" actId="26606"/>
          <ac:spMkLst>
            <pc:docMk/>
            <pc:sldMk cId="950740904" sldId="256"/>
            <ac:spMk id="85" creationId="{84136905-015B-4510-B514-027CBA846BD6}"/>
          </ac:spMkLst>
        </pc:spChg>
        <pc:spChg chg="add del">
          <ac:chgData name="Semih Karamuk" userId="fcb69964e6f5f708" providerId="LiveId" clId="{002DFDBC-8F3C-4285-97E0-4206A2B9E695}" dt="2025-12-27T19:42:58.466" v="214" actId="26606"/>
          <ac:spMkLst>
            <pc:docMk/>
            <pc:sldMk cId="950740904" sldId="256"/>
            <ac:spMk id="87" creationId="{D7F35258-C290-422B-86B5-4FD73A97D515}"/>
          </ac:spMkLst>
        </pc:spChg>
        <pc:spChg chg="add del">
          <ac:chgData name="Semih Karamuk" userId="fcb69964e6f5f708" providerId="LiveId" clId="{002DFDBC-8F3C-4285-97E0-4206A2B9E695}" dt="2025-12-27T19:43:11.084" v="216" actId="26606"/>
          <ac:spMkLst>
            <pc:docMk/>
            <pc:sldMk cId="950740904" sldId="256"/>
            <ac:spMk id="89" creationId="{55B419A7-F817-4767-8CCB-FB0E189C4ACD}"/>
          </ac:spMkLst>
        </pc:spChg>
        <pc:spChg chg="add del">
          <ac:chgData name="Semih Karamuk" userId="fcb69964e6f5f708" providerId="LiveId" clId="{002DFDBC-8F3C-4285-97E0-4206A2B9E695}" dt="2025-12-27T19:43:24.258" v="225" actId="26606"/>
          <ac:spMkLst>
            <pc:docMk/>
            <pc:sldMk cId="950740904" sldId="256"/>
            <ac:spMk id="95" creationId="{25AD4A59-91FA-4E30-8F32-A8AB51F768C6}"/>
          </ac:spMkLst>
        </pc:spChg>
        <pc:spChg chg="add del">
          <ac:chgData name="Semih Karamuk" userId="fcb69964e6f5f708" providerId="LiveId" clId="{002DFDBC-8F3C-4285-97E0-4206A2B9E695}" dt="2025-12-27T19:43:24.258" v="225" actId="26606"/>
          <ac:spMkLst>
            <pc:docMk/>
            <pc:sldMk cId="950740904" sldId="256"/>
            <ac:spMk id="96" creationId="{01AF26B4-1569-483F-8223-4C515A87A527}"/>
          </ac:spMkLst>
        </pc:spChg>
        <pc:spChg chg="add del">
          <ac:chgData name="Semih Karamuk" userId="fcb69964e6f5f708" providerId="LiveId" clId="{002DFDBC-8F3C-4285-97E0-4206A2B9E695}" dt="2025-12-27T19:43:24.258" v="225" actId="26606"/>
          <ac:spMkLst>
            <pc:docMk/>
            <pc:sldMk cId="950740904" sldId="256"/>
            <ac:spMk id="98" creationId="{EA80DA9C-57E0-4991-B11A-51E132563976}"/>
          </ac:spMkLst>
        </pc:spChg>
        <pc:spChg chg="add del">
          <ac:chgData name="Semih Karamuk" userId="fcb69964e6f5f708" providerId="LiveId" clId="{002DFDBC-8F3C-4285-97E0-4206A2B9E695}" dt="2025-12-27T19:43:22.834" v="220" actId="26606"/>
          <ac:spMkLst>
            <pc:docMk/>
            <pc:sldMk cId="950740904" sldId="256"/>
            <ac:spMk id="103" creationId="{4E1EF4E8-5513-4BF5-BC41-04645281C672}"/>
          </ac:spMkLst>
        </pc:spChg>
        <pc:spChg chg="add del">
          <ac:chgData name="Semih Karamuk" userId="fcb69964e6f5f708" providerId="LiveId" clId="{002DFDBC-8F3C-4285-97E0-4206A2B9E695}" dt="2025-12-27T19:43:22.834" v="220" actId="26606"/>
          <ac:spMkLst>
            <pc:docMk/>
            <pc:sldMk cId="950740904" sldId="256"/>
            <ac:spMk id="110" creationId="{37C02446-FDEC-4634-8936-6FBB0F9FDEDD}"/>
          </ac:spMkLst>
        </pc:spChg>
        <pc:spChg chg="add del">
          <ac:chgData name="Semih Karamuk" userId="fcb69964e6f5f708" providerId="LiveId" clId="{002DFDBC-8F3C-4285-97E0-4206A2B9E695}" dt="2025-12-27T19:43:23.746" v="222" actId="26606"/>
          <ac:spMkLst>
            <pc:docMk/>
            <pc:sldMk cId="950740904" sldId="256"/>
            <ac:spMk id="111" creationId="{25AD4A59-91FA-4E30-8F32-A8AB51F768C6}"/>
          </ac:spMkLst>
        </pc:spChg>
        <pc:spChg chg="add del">
          <ac:chgData name="Semih Karamuk" userId="fcb69964e6f5f708" providerId="LiveId" clId="{002DFDBC-8F3C-4285-97E0-4206A2B9E695}" dt="2025-12-27T19:43:23.746" v="222" actId="26606"/>
          <ac:spMkLst>
            <pc:docMk/>
            <pc:sldMk cId="950740904" sldId="256"/>
            <ac:spMk id="113" creationId="{81988723-3219-4C1E-9B9E-D71AF3F405C8}"/>
          </ac:spMkLst>
        </pc:spChg>
        <pc:spChg chg="add del">
          <ac:chgData name="Semih Karamuk" userId="fcb69964e6f5f708" providerId="LiveId" clId="{002DFDBC-8F3C-4285-97E0-4206A2B9E695}" dt="2025-12-27T19:43:23.746" v="222" actId="26606"/>
          <ac:spMkLst>
            <pc:docMk/>
            <pc:sldMk cId="950740904" sldId="256"/>
            <ac:spMk id="115" creationId="{529667A3-53C1-44EF-B1EB-F3D3FCDDDFBE}"/>
          </ac:spMkLst>
        </pc:spChg>
        <pc:spChg chg="add del">
          <ac:chgData name="Semih Karamuk" userId="fcb69964e6f5f708" providerId="LiveId" clId="{002DFDBC-8F3C-4285-97E0-4206A2B9E695}" dt="2025-12-27T19:43:24.253" v="224" actId="26606"/>
          <ac:spMkLst>
            <pc:docMk/>
            <pc:sldMk cId="950740904" sldId="256"/>
            <ac:spMk id="128" creationId="{25AD4A59-91FA-4E30-8F32-A8AB51F768C6}"/>
          </ac:spMkLst>
        </pc:spChg>
        <pc:spChg chg="add del">
          <ac:chgData name="Semih Karamuk" userId="fcb69964e6f5f708" providerId="LiveId" clId="{002DFDBC-8F3C-4285-97E0-4206A2B9E695}" dt="2025-12-27T19:43:24.253" v="224" actId="26606"/>
          <ac:spMkLst>
            <pc:docMk/>
            <pc:sldMk cId="950740904" sldId="256"/>
            <ac:spMk id="129" creationId="{01AF26B4-1569-483F-8223-4C515A87A527}"/>
          </ac:spMkLst>
        </pc:spChg>
        <pc:spChg chg="add del">
          <ac:chgData name="Semih Karamuk" userId="fcb69964e6f5f708" providerId="LiveId" clId="{002DFDBC-8F3C-4285-97E0-4206A2B9E695}" dt="2025-12-27T19:43:24.253" v="224" actId="26606"/>
          <ac:spMkLst>
            <pc:docMk/>
            <pc:sldMk cId="950740904" sldId="256"/>
            <ac:spMk id="135" creationId="{EA80DA9C-57E0-4991-B11A-51E132563976}"/>
          </ac:spMkLst>
        </pc:spChg>
        <pc:spChg chg="add del">
          <ac:chgData name="Semih Karamuk" userId="fcb69964e6f5f708" providerId="LiveId" clId="{002DFDBC-8F3C-4285-97E0-4206A2B9E695}" dt="2025-12-27T20:10:03.695" v="626"/>
          <ac:spMkLst>
            <pc:docMk/>
            <pc:sldMk cId="950740904" sldId="256"/>
            <ac:spMk id="137" creationId="{4E1EF4E8-5513-4BF5-BC41-04645281C672}"/>
          </ac:spMkLst>
        </pc:spChg>
        <pc:spChg chg="add del">
          <ac:chgData name="Semih Karamuk" userId="fcb69964e6f5f708" providerId="LiveId" clId="{002DFDBC-8F3C-4285-97E0-4206A2B9E695}" dt="2025-12-27T20:10:03.695" v="626"/>
          <ac:spMkLst>
            <pc:docMk/>
            <pc:sldMk cId="950740904" sldId="256"/>
            <ac:spMk id="142" creationId="{37C02446-FDEC-4634-8936-6FBB0F9FDEDD}"/>
          </ac:spMkLst>
        </pc:spChg>
        <pc:grpChg chg="add del">
          <ac:chgData name="Semih Karamuk" userId="fcb69964e6f5f708" providerId="LiveId" clId="{002DFDBC-8F3C-4285-97E0-4206A2B9E695}" dt="2025-12-27T19:42:40.627" v="199" actId="26606"/>
          <ac:grpSpMkLst>
            <pc:docMk/>
            <pc:sldMk cId="950740904" sldId="256"/>
            <ac:grpSpMk id="14" creationId="{3BDBC526-6DCD-4FF6-8395-D8C22E46E527}"/>
          </ac:grpSpMkLst>
        </pc:grpChg>
        <pc:grpChg chg="add del">
          <ac:chgData name="Semih Karamuk" userId="fcb69964e6f5f708" providerId="LiveId" clId="{002DFDBC-8F3C-4285-97E0-4206A2B9E695}" dt="2025-12-27T19:41:51.415" v="182" actId="26606"/>
          <ac:grpSpMkLst>
            <pc:docMk/>
            <pc:sldMk cId="950740904" sldId="256"/>
            <ac:grpSpMk id="22" creationId="{D5ADB088-C125-457F-9C61-DFE21DCEF4A5}"/>
          </ac:grpSpMkLst>
        </pc:grpChg>
        <pc:grpChg chg="add del">
          <ac:chgData name="Semih Karamuk" userId="fcb69964e6f5f708" providerId="LiveId" clId="{002DFDBC-8F3C-4285-97E0-4206A2B9E695}" dt="2025-12-27T19:42:41.164" v="201" actId="26606"/>
          <ac:grpSpMkLst>
            <pc:docMk/>
            <pc:sldMk cId="950740904" sldId="256"/>
            <ac:grpSpMk id="23" creationId="{3BDBC526-6DCD-4FF6-8395-D8C22E46E527}"/>
          </ac:grpSpMkLst>
        </pc:grpChg>
        <pc:grpChg chg="add del">
          <ac:chgData name="Semih Karamuk" userId="fcb69964e6f5f708" providerId="LiveId" clId="{002DFDBC-8F3C-4285-97E0-4206A2B9E695}" dt="2025-12-27T19:42:36.634" v="195"/>
          <ac:grpSpMkLst>
            <pc:docMk/>
            <pc:sldMk cId="950740904" sldId="256"/>
            <ac:grpSpMk id="32" creationId="{3BDBC526-6DCD-4FF6-8395-D8C22E46E527}"/>
          </ac:grpSpMkLst>
        </pc:grpChg>
        <pc:grpChg chg="add del">
          <ac:chgData name="Semih Karamuk" userId="fcb69964e6f5f708" providerId="LiveId" clId="{002DFDBC-8F3C-4285-97E0-4206A2B9E695}" dt="2025-12-27T19:42:41.931" v="203" actId="26606"/>
          <ac:grpSpMkLst>
            <pc:docMk/>
            <pc:sldMk cId="950740904" sldId="256"/>
            <ac:grpSpMk id="41" creationId="{3BDBC526-6DCD-4FF6-8395-D8C22E46E527}"/>
          </ac:grpSpMkLst>
        </pc:grpChg>
        <pc:grpChg chg="add del">
          <ac:chgData name="Semih Karamuk" userId="fcb69964e6f5f708" providerId="LiveId" clId="{002DFDBC-8F3C-4285-97E0-4206A2B9E695}" dt="2025-12-27T19:42:41.931" v="203" actId="26606"/>
          <ac:grpSpMkLst>
            <pc:docMk/>
            <pc:sldMk cId="950740904" sldId="256"/>
            <ac:grpSpMk id="47" creationId="{183B29DA-9BB8-4BA8-B8E1-8C2B544078C7}"/>
          </ac:grpSpMkLst>
        </pc:grpChg>
        <pc:grpChg chg="add del">
          <ac:chgData name="Semih Karamuk" userId="fcb69964e6f5f708" providerId="LiveId" clId="{002DFDBC-8F3C-4285-97E0-4206A2B9E695}" dt="2025-12-27T19:43:11.084" v="216" actId="26606"/>
          <ac:grpSpMkLst>
            <pc:docMk/>
            <pc:sldMk cId="950740904" sldId="256"/>
            <ac:grpSpMk id="53" creationId="{3BDBC526-6DCD-4FF6-8395-D8C22E46E527}"/>
          </ac:grpSpMkLst>
        </pc:grpChg>
        <pc:grpChg chg="add">
          <ac:chgData name="Semih Karamuk" userId="fcb69964e6f5f708" providerId="LiveId" clId="{002DFDBC-8F3C-4285-97E0-4206A2B9E695}" dt="2025-12-27T19:42:47.168" v="209" actId="26606"/>
          <ac:grpSpMkLst>
            <pc:docMk/>
            <pc:sldMk cId="950740904" sldId="256"/>
            <ac:grpSpMk id="69" creationId="{23F5135F-115E-423C-BE4A-B56C35DC9F3E}"/>
          </ac:grpSpMkLst>
        </pc:grpChg>
        <pc:grpChg chg="del">
          <ac:chgData name="Semih Karamuk" userId="fcb69964e6f5f708" providerId="LiveId" clId="{002DFDBC-8F3C-4285-97E0-4206A2B9E695}" dt="2025-12-27T19:42:48.699" v="210" actId="26606"/>
          <ac:grpSpMkLst>
            <pc:docMk/>
            <pc:sldMk cId="950740904" sldId="256"/>
            <ac:grpSpMk id="76" creationId="{966C1F39-46DD-4934-823B-EAFC7FA71EC8}"/>
          </ac:grpSpMkLst>
        </pc:grpChg>
        <pc:grpChg chg="add del">
          <ac:chgData name="Semih Karamuk" userId="fcb69964e6f5f708" providerId="LiveId" clId="{002DFDBC-8F3C-4285-97E0-4206A2B9E695}" dt="2025-12-27T19:43:24.258" v="225" actId="26606"/>
          <ac:grpSpMkLst>
            <pc:docMk/>
            <pc:sldMk cId="950740904" sldId="256"/>
            <ac:grpSpMk id="91" creationId="{D91916A1-FEE7-41E7-BEE3-2B4941A6F305}"/>
          </ac:grpSpMkLst>
        </pc:grpChg>
        <pc:grpChg chg="add del">
          <ac:chgData name="Semih Karamuk" userId="fcb69964e6f5f708" providerId="LiveId" clId="{002DFDBC-8F3C-4285-97E0-4206A2B9E695}" dt="2025-12-27T19:43:24.253" v="224" actId="26606"/>
          <ac:grpSpMkLst>
            <pc:docMk/>
            <pc:sldMk cId="950740904" sldId="256"/>
            <ac:grpSpMk id="97" creationId="{1AC8529D-DF13-4349-856C-DA81451848A7}"/>
          </ac:grpSpMkLst>
        </pc:grpChg>
        <pc:grpChg chg="add del">
          <ac:chgData name="Semih Karamuk" userId="fcb69964e6f5f708" providerId="LiveId" clId="{002DFDBC-8F3C-4285-97E0-4206A2B9E695}" dt="2025-12-27T19:43:22.834" v="220" actId="26606"/>
          <ac:grpSpMkLst>
            <pc:docMk/>
            <pc:sldMk cId="950740904" sldId="256"/>
            <ac:grpSpMk id="105" creationId="{E2F6F869-F143-4607-BEE5-AA6FEB71E109}"/>
          </ac:grpSpMkLst>
        </pc:grpChg>
        <pc:grpChg chg="add del">
          <ac:chgData name="Semih Karamuk" userId="fcb69964e6f5f708" providerId="LiveId" clId="{002DFDBC-8F3C-4285-97E0-4206A2B9E695}" dt="2025-12-27T19:43:23.746" v="222" actId="26606"/>
          <ac:grpSpMkLst>
            <pc:docMk/>
            <pc:sldMk cId="950740904" sldId="256"/>
            <ac:grpSpMk id="112" creationId="{D91916A1-FEE7-41E7-BEE3-2B4941A6F305}"/>
          </ac:grpSpMkLst>
        </pc:grpChg>
        <pc:grpChg chg="add del">
          <ac:chgData name="Semih Karamuk" userId="fcb69964e6f5f708" providerId="LiveId" clId="{002DFDBC-8F3C-4285-97E0-4206A2B9E695}" dt="2025-12-27T19:43:24.253" v="224" actId="26606"/>
          <ac:grpSpMkLst>
            <pc:docMk/>
            <pc:sldMk cId="950740904" sldId="256"/>
            <ac:grpSpMk id="124" creationId="{D91916A1-FEE7-41E7-BEE3-2B4941A6F305}"/>
          </ac:grpSpMkLst>
        </pc:grpChg>
        <pc:grpChg chg="add del">
          <ac:chgData name="Semih Karamuk" userId="fcb69964e6f5f708" providerId="LiveId" clId="{002DFDBC-8F3C-4285-97E0-4206A2B9E695}" dt="2025-12-27T19:43:24.253" v="224" actId="26606"/>
          <ac:grpSpMkLst>
            <pc:docMk/>
            <pc:sldMk cId="950740904" sldId="256"/>
            <ac:grpSpMk id="130" creationId="{1AC8529D-DF13-4349-856C-DA81451848A7}"/>
          </ac:grpSpMkLst>
        </pc:grpChg>
        <pc:grpChg chg="add del">
          <ac:chgData name="Semih Karamuk" userId="fcb69964e6f5f708" providerId="LiveId" clId="{002DFDBC-8F3C-4285-97E0-4206A2B9E695}" dt="2025-12-27T20:10:03.695" v="626"/>
          <ac:grpSpMkLst>
            <pc:docMk/>
            <pc:sldMk cId="950740904" sldId="256"/>
            <ac:grpSpMk id="138" creationId="{E2F6F869-F143-4607-BEE5-AA6FEB71E109}"/>
          </ac:grpSpMkLst>
        </pc:grpChg>
        <pc:picChg chg="mod ord">
          <ac:chgData name="Semih Karamuk" userId="fcb69964e6f5f708" providerId="LiveId" clId="{002DFDBC-8F3C-4285-97E0-4206A2B9E695}" dt="2025-12-27T20:11:43.372" v="688" actId="26606"/>
          <ac:picMkLst>
            <pc:docMk/>
            <pc:sldMk cId="950740904" sldId="256"/>
            <ac:picMk id="4" creationId="{01C315F7-2E5E-92FE-9C68-8C363E03EBA6}"/>
          </ac:picMkLst>
        </pc:picChg>
        <pc:picChg chg="add">
          <ac:chgData name="Semih Karamuk" userId="fcb69964e6f5f708" providerId="LiveId" clId="{002DFDBC-8F3C-4285-97E0-4206A2B9E695}" dt="2025-12-27T20:11:43.372" v="688" actId="26606"/>
          <ac:picMkLst>
            <pc:docMk/>
            <pc:sldMk cId="950740904" sldId="256"/>
            <ac:picMk id="12" creationId="{1F5620B8-A2D8-4568-B566-F0453A0D9167}"/>
          </ac:picMkLst>
        </pc:picChg>
        <pc:cxnChg chg="add">
          <ac:chgData name="Semih Karamuk" userId="fcb69964e6f5f708" providerId="LiveId" clId="{002DFDBC-8F3C-4285-97E0-4206A2B9E695}" dt="2025-12-27T20:11:43.372" v="688" actId="26606"/>
          <ac:cxnSpMkLst>
            <pc:docMk/>
            <pc:sldMk cId="950740904" sldId="256"/>
            <ac:cxnSpMk id="16" creationId="{1C7D2BA4-4B7A-4596-8BCC-5CF715423894}"/>
          </ac:cxnSpMkLst>
        </pc:cxnChg>
        <pc:cxnChg chg="add">
          <ac:chgData name="Semih Karamuk" userId="fcb69964e6f5f708" providerId="LiveId" clId="{002DFDBC-8F3C-4285-97E0-4206A2B9E695}" dt="2025-12-27T20:11:43.372" v="688" actId="26606"/>
          <ac:cxnSpMkLst>
            <pc:docMk/>
            <pc:sldMk cId="950740904" sldId="256"/>
            <ac:cxnSpMk id="28" creationId="{C9D4B225-18E9-4C5B-94D8-2ABE6D161E4A}"/>
          </ac:cxnSpMkLst>
        </pc:cxnChg>
        <pc:cxnChg chg="add">
          <ac:chgData name="Semih Karamuk" userId="fcb69964e6f5f708" providerId="LiveId" clId="{002DFDBC-8F3C-4285-97E0-4206A2B9E695}" dt="2025-12-27T20:11:43.372" v="688" actId="26606"/>
          <ac:cxnSpMkLst>
            <pc:docMk/>
            <pc:sldMk cId="950740904" sldId="256"/>
            <ac:cxnSpMk id="29" creationId="{8E83266B-97F8-4AB9-818F-3A70E8D8580D}"/>
          </ac:cxnSpMkLst>
        </pc:cxnChg>
      </pc:sldChg>
      <pc:sldChg chg="modSp new del mod">
        <pc:chgData name="Semih Karamuk" userId="fcb69964e6f5f708" providerId="LiveId" clId="{002DFDBC-8F3C-4285-97E0-4206A2B9E695}" dt="2025-12-27T19:42:04.926" v="190" actId="47"/>
        <pc:sldMkLst>
          <pc:docMk/>
          <pc:sldMk cId="2068428306" sldId="257"/>
        </pc:sldMkLst>
        <pc:spChg chg="mod">
          <ac:chgData name="Semih Karamuk" userId="fcb69964e6f5f708" providerId="LiveId" clId="{002DFDBC-8F3C-4285-97E0-4206A2B9E695}" dt="2025-12-27T19:42:03.005" v="189" actId="20577"/>
          <ac:spMkLst>
            <pc:docMk/>
            <pc:sldMk cId="2068428306" sldId="257"/>
            <ac:spMk id="2" creationId="{155AAA8E-F980-1752-4D12-2223364BFE2C}"/>
          </ac:spMkLst>
        </pc:spChg>
      </pc:sldChg>
      <pc:sldChg chg="modSp new del mod">
        <pc:chgData name="Semih Karamuk" userId="fcb69964e6f5f708" providerId="LiveId" clId="{002DFDBC-8F3C-4285-97E0-4206A2B9E695}" dt="2025-12-27T19:46:07.186" v="271" actId="47"/>
        <pc:sldMkLst>
          <pc:docMk/>
          <pc:sldMk cId="2538288534" sldId="257"/>
        </pc:sldMkLst>
        <pc:spChg chg="mod">
          <ac:chgData name="Semih Karamuk" userId="fcb69964e6f5f708" providerId="LiveId" clId="{002DFDBC-8F3C-4285-97E0-4206A2B9E695}" dt="2025-12-27T19:45:56.928" v="253" actId="20577"/>
          <ac:spMkLst>
            <pc:docMk/>
            <pc:sldMk cId="2538288534" sldId="257"/>
            <ac:spMk id="2" creationId="{7A5380F8-23B6-90CD-EA6A-4FC9D44FAA7C}"/>
          </ac:spMkLst>
        </pc:spChg>
        <pc:spChg chg="mod">
          <ac:chgData name="Semih Karamuk" userId="fcb69964e6f5f708" providerId="LiveId" clId="{002DFDBC-8F3C-4285-97E0-4206A2B9E695}" dt="2025-12-27T19:45:46.272" v="239" actId="27636"/>
          <ac:spMkLst>
            <pc:docMk/>
            <pc:sldMk cId="2538288534" sldId="257"/>
            <ac:spMk id="3" creationId="{3A6A66C3-029C-6EE0-1138-B8924EF1C36A}"/>
          </ac:spMkLst>
        </pc:spChg>
      </pc:sldChg>
      <pc:sldChg chg="addSp delSp modSp new mod setBg delDesignElem">
        <pc:chgData name="Semih Karamuk" userId="fcb69964e6f5f708" providerId="LiveId" clId="{002DFDBC-8F3C-4285-97E0-4206A2B9E695}" dt="2025-12-27T20:12:08.602" v="708" actId="1076"/>
        <pc:sldMkLst>
          <pc:docMk/>
          <pc:sldMk cId="1980167046" sldId="258"/>
        </pc:sldMkLst>
        <pc:spChg chg="mod">
          <ac:chgData name="Semih Karamuk" userId="fcb69964e6f5f708" providerId="LiveId" clId="{002DFDBC-8F3C-4285-97E0-4206A2B9E695}" dt="2025-12-27T19:46:24.239" v="281" actId="26606"/>
          <ac:spMkLst>
            <pc:docMk/>
            <pc:sldMk cId="1980167046" sldId="258"/>
            <ac:spMk id="2" creationId="{BAAA90A4-DE27-9ECB-634A-B6687294DAC6}"/>
          </ac:spMkLst>
        </pc:spChg>
        <pc:spChg chg="mod ord">
          <ac:chgData name="Semih Karamuk" userId="fcb69964e6f5f708" providerId="LiveId" clId="{002DFDBC-8F3C-4285-97E0-4206A2B9E695}" dt="2025-12-27T20:12:03.700" v="706" actId="1076"/>
          <ac:spMkLst>
            <pc:docMk/>
            <pc:sldMk cId="1980167046" sldId="258"/>
            <ac:spMk id="3" creationId="{8B4AE03F-C733-137C-6D33-D15658E87B84}"/>
          </ac:spMkLst>
        </pc:spChg>
        <pc:spChg chg="add del">
          <ac:chgData name="Semih Karamuk" userId="fcb69964e6f5f708" providerId="LiveId" clId="{002DFDBC-8F3C-4285-97E0-4206A2B9E695}" dt="2025-12-27T19:46:22.054" v="276" actId="26606"/>
          <ac:spMkLst>
            <pc:docMk/>
            <pc:sldMk cId="1980167046" sldId="258"/>
            <ac:spMk id="10" creationId="{25AD4A59-91FA-4E30-8F32-A8AB51F768C6}"/>
          </ac:spMkLst>
        </pc:spChg>
        <pc:spChg chg="add del">
          <ac:chgData name="Semih Karamuk" userId="fcb69964e6f5f708" providerId="LiveId" clId="{002DFDBC-8F3C-4285-97E0-4206A2B9E695}" dt="2025-12-27T19:46:22.054" v="276" actId="26606"/>
          <ac:spMkLst>
            <pc:docMk/>
            <pc:sldMk cId="1980167046" sldId="258"/>
            <ac:spMk id="12" creationId="{CBF27B2E-4DE7-47FD-8277-1C6703DB207C}"/>
          </ac:spMkLst>
        </pc:spChg>
        <pc:spChg chg="add del">
          <ac:chgData name="Semih Karamuk" userId="fcb69964e6f5f708" providerId="LiveId" clId="{002DFDBC-8F3C-4285-97E0-4206A2B9E695}" dt="2025-12-27T19:46:23.512" v="278" actId="26606"/>
          <ac:spMkLst>
            <pc:docMk/>
            <pc:sldMk cId="1980167046" sldId="258"/>
            <ac:spMk id="19" creationId="{CB037004-5B94-4FA6-8D83-0C131CC77FDC}"/>
          </ac:spMkLst>
        </pc:spChg>
        <pc:spChg chg="add del">
          <ac:chgData name="Semih Karamuk" userId="fcb69964e6f5f708" providerId="LiveId" clId="{002DFDBC-8F3C-4285-97E0-4206A2B9E695}" dt="2025-12-27T19:46:23.512" v="278" actId="26606"/>
          <ac:spMkLst>
            <pc:docMk/>
            <pc:sldMk cId="1980167046" sldId="258"/>
            <ac:spMk id="20" creationId="{25AD4A59-91FA-4E30-8F32-A8AB51F768C6}"/>
          </ac:spMkLst>
        </pc:spChg>
        <pc:spChg chg="add del">
          <ac:chgData name="Semih Karamuk" userId="fcb69964e6f5f708" providerId="LiveId" clId="{002DFDBC-8F3C-4285-97E0-4206A2B9E695}" dt="2025-12-27T19:46:23.512" v="278" actId="26606"/>
          <ac:spMkLst>
            <pc:docMk/>
            <pc:sldMk cId="1980167046" sldId="258"/>
            <ac:spMk id="21" creationId="{AABAF952-2153-45D2-9B6E-45AD6E2CE377}"/>
          </ac:spMkLst>
        </pc:spChg>
        <pc:spChg chg="add del">
          <ac:chgData name="Semih Karamuk" userId="fcb69964e6f5f708" providerId="LiveId" clId="{002DFDBC-8F3C-4285-97E0-4206A2B9E695}" dt="2025-12-27T19:46:24.233" v="280" actId="26606"/>
          <ac:spMkLst>
            <pc:docMk/>
            <pc:sldMk cId="1980167046" sldId="258"/>
            <ac:spMk id="27" creationId="{25AD4A59-91FA-4E30-8F32-A8AB51F768C6}"/>
          </ac:spMkLst>
        </pc:spChg>
        <pc:spChg chg="add del">
          <ac:chgData name="Semih Karamuk" userId="fcb69964e6f5f708" providerId="LiveId" clId="{002DFDBC-8F3C-4285-97E0-4206A2B9E695}" dt="2025-12-27T19:46:24.233" v="280" actId="26606"/>
          <ac:spMkLst>
            <pc:docMk/>
            <pc:sldMk cId="1980167046" sldId="258"/>
            <ac:spMk id="28" creationId="{CDFF45EF-8068-49B8-AFAE-404F6EB18882}"/>
          </ac:spMkLst>
        </pc:spChg>
        <pc:spChg chg="add del">
          <ac:chgData name="Semih Karamuk" userId="fcb69964e6f5f708" providerId="LiveId" clId="{002DFDBC-8F3C-4285-97E0-4206A2B9E695}" dt="2025-12-27T20:10:03.695" v="626"/>
          <ac:spMkLst>
            <pc:docMk/>
            <pc:sldMk cId="1980167046" sldId="258"/>
            <ac:spMk id="31" creationId="{25AD4A59-91FA-4E30-8F32-A8AB51F768C6}"/>
          </ac:spMkLst>
        </pc:spChg>
        <pc:spChg chg="add del">
          <ac:chgData name="Semih Karamuk" userId="fcb69964e6f5f708" providerId="LiveId" clId="{002DFDBC-8F3C-4285-97E0-4206A2B9E695}" dt="2025-12-27T20:10:03.695" v="626"/>
          <ac:spMkLst>
            <pc:docMk/>
            <pc:sldMk cId="1980167046" sldId="258"/>
            <ac:spMk id="32" creationId="{CDFF45EF-8068-49B8-AFAE-404F6EB18882}"/>
          </ac:spMkLst>
        </pc:spChg>
        <pc:grpChg chg="add del">
          <ac:chgData name="Semih Karamuk" userId="fcb69964e6f5f708" providerId="LiveId" clId="{002DFDBC-8F3C-4285-97E0-4206A2B9E695}" dt="2025-12-27T19:46:22.054" v="276" actId="26606"/>
          <ac:grpSpMkLst>
            <pc:docMk/>
            <pc:sldMk cId="1980167046" sldId="258"/>
            <ac:grpSpMk id="14" creationId="{30E84C15-9243-4CCA-86B8-7A13EE2808AE}"/>
          </ac:grpSpMkLst>
        </pc:grpChg>
        <pc:grpChg chg="add del">
          <ac:chgData name="Semih Karamuk" userId="fcb69964e6f5f708" providerId="LiveId" clId="{002DFDBC-8F3C-4285-97E0-4206A2B9E695}" dt="2025-12-27T19:46:23.512" v="278" actId="26606"/>
          <ac:grpSpMkLst>
            <pc:docMk/>
            <pc:sldMk cId="1980167046" sldId="258"/>
            <ac:grpSpMk id="22" creationId="{388A813B-917F-447B-B51C-C5A4BC10CB5D}"/>
          </ac:grpSpMkLst>
        </pc:grpChg>
        <pc:grpChg chg="add del">
          <ac:chgData name="Semih Karamuk" userId="fcb69964e6f5f708" providerId="LiveId" clId="{002DFDBC-8F3C-4285-97E0-4206A2B9E695}" dt="2025-12-27T19:46:24.233" v="280" actId="26606"/>
          <ac:grpSpMkLst>
            <pc:docMk/>
            <pc:sldMk cId="1980167046" sldId="258"/>
            <ac:grpSpMk id="29" creationId="{CFFF7460-A026-41FE-A687-6B4C4CCC0A4A}"/>
          </ac:grpSpMkLst>
        </pc:grpChg>
        <pc:grpChg chg="add del">
          <ac:chgData name="Semih Karamuk" userId="fcb69964e6f5f708" providerId="LiveId" clId="{002DFDBC-8F3C-4285-97E0-4206A2B9E695}" dt="2025-12-27T20:10:03.695" v="626"/>
          <ac:grpSpMkLst>
            <pc:docMk/>
            <pc:sldMk cId="1980167046" sldId="258"/>
            <ac:grpSpMk id="33" creationId="{187DE861-9AC3-4AA5-B885-AF8EBE9480A2}"/>
          </ac:grpSpMkLst>
        </pc:grpChg>
        <pc:picChg chg="add mod">
          <ac:chgData name="Semih Karamuk" userId="fcb69964e6f5f708" providerId="LiveId" clId="{002DFDBC-8F3C-4285-97E0-4206A2B9E695}" dt="2025-12-27T20:12:08.602" v="708" actId="1076"/>
          <ac:picMkLst>
            <pc:docMk/>
            <pc:sldMk cId="1980167046" sldId="258"/>
            <ac:picMk id="5" creationId="{6F6AD519-B5DA-7408-6B97-5C1ECE6893F1}"/>
          </ac:picMkLst>
        </pc:picChg>
      </pc:sldChg>
      <pc:sldChg chg="modSp new mod ord">
        <pc:chgData name="Semih Karamuk" userId="fcb69964e6f5f708" providerId="LiveId" clId="{002DFDBC-8F3C-4285-97E0-4206A2B9E695}" dt="2025-12-27T20:12:14.313" v="709" actId="1076"/>
        <pc:sldMkLst>
          <pc:docMk/>
          <pc:sldMk cId="3998444569" sldId="259"/>
        </pc:sldMkLst>
        <pc:spChg chg="mod">
          <ac:chgData name="Semih Karamuk" userId="fcb69964e6f5f708" providerId="LiveId" clId="{002DFDBC-8F3C-4285-97E0-4206A2B9E695}" dt="2025-12-27T19:48:34.873" v="356" actId="14100"/>
          <ac:spMkLst>
            <pc:docMk/>
            <pc:sldMk cId="3998444569" sldId="259"/>
            <ac:spMk id="2" creationId="{B4A411DE-40D1-D064-5B65-638B5767F1EA}"/>
          </ac:spMkLst>
        </pc:spChg>
        <pc:spChg chg="mod">
          <ac:chgData name="Semih Karamuk" userId="fcb69964e6f5f708" providerId="LiveId" clId="{002DFDBC-8F3C-4285-97E0-4206A2B9E695}" dt="2025-12-27T20:12:14.313" v="709" actId="1076"/>
          <ac:spMkLst>
            <pc:docMk/>
            <pc:sldMk cId="3998444569" sldId="259"/>
            <ac:spMk id="3" creationId="{FCFA3383-5682-0B90-5A73-7834AF102242}"/>
          </ac:spMkLst>
        </pc:spChg>
      </pc:sldChg>
      <pc:sldChg chg="addSp delSp modSp new mod ord setBg delDesignElem">
        <pc:chgData name="Semih Karamuk" userId="fcb69964e6f5f708" providerId="LiveId" clId="{002DFDBC-8F3C-4285-97E0-4206A2B9E695}" dt="2025-12-27T20:12:33.703" v="711" actId="27636"/>
        <pc:sldMkLst>
          <pc:docMk/>
          <pc:sldMk cId="3024177456" sldId="260"/>
        </pc:sldMkLst>
        <pc:spChg chg="del">
          <ac:chgData name="Semih Karamuk" userId="fcb69964e6f5f708" providerId="LiveId" clId="{002DFDBC-8F3C-4285-97E0-4206A2B9E695}" dt="2025-12-27T19:51:51.858" v="393" actId="478"/>
          <ac:spMkLst>
            <pc:docMk/>
            <pc:sldMk cId="3024177456" sldId="260"/>
            <ac:spMk id="2" creationId="{1B8CCD4A-FC57-61C1-A77F-629C405DE3AA}"/>
          </ac:spMkLst>
        </pc:spChg>
        <pc:spChg chg="mod">
          <ac:chgData name="Semih Karamuk" userId="fcb69964e6f5f708" providerId="LiveId" clId="{002DFDBC-8F3C-4285-97E0-4206A2B9E695}" dt="2025-12-27T20:12:33.703" v="711" actId="27636"/>
          <ac:spMkLst>
            <pc:docMk/>
            <pc:sldMk cId="3024177456" sldId="260"/>
            <ac:spMk id="3" creationId="{A2912822-0C82-DA20-3C9D-28762845E6CF}"/>
          </ac:spMkLst>
        </pc:spChg>
        <pc:spChg chg="add del">
          <ac:chgData name="Semih Karamuk" userId="fcb69964e6f5f708" providerId="LiveId" clId="{002DFDBC-8F3C-4285-97E0-4206A2B9E695}" dt="2025-12-27T20:10:03.695" v="626"/>
          <ac:spMkLst>
            <pc:docMk/>
            <pc:sldMk cId="3024177456" sldId="260"/>
            <ac:spMk id="10" creationId="{4E1EF4E8-5513-4BF5-BC41-04645281C672}"/>
          </ac:spMkLst>
        </pc:spChg>
        <pc:spChg chg="add del">
          <ac:chgData name="Semih Karamuk" userId="fcb69964e6f5f708" providerId="LiveId" clId="{002DFDBC-8F3C-4285-97E0-4206A2B9E695}" dt="2025-12-27T20:10:03.695" v="626"/>
          <ac:spMkLst>
            <pc:docMk/>
            <pc:sldMk cId="3024177456" sldId="260"/>
            <ac:spMk id="12" creationId="{361EA5BB-A258-4E22-94F4-C79A441363DA}"/>
          </ac:spMkLst>
        </pc:spChg>
        <pc:grpChg chg="add del">
          <ac:chgData name="Semih Karamuk" userId="fcb69964e6f5f708" providerId="LiveId" clId="{002DFDBC-8F3C-4285-97E0-4206A2B9E695}" dt="2025-12-27T20:10:03.695" v="626"/>
          <ac:grpSpMkLst>
            <pc:docMk/>
            <pc:sldMk cId="3024177456" sldId="260"/>
            <ac:grpSpMk id="14" creationId="{0E24C1CC-5C20-4551-A8CA-623E715C0344}"/>
          </ac:grpSpMkLst>
        </pc:grpChg>
        <pc:picChg chg="add del mod">
          <ac:chgData name="Semih Karamuk" userId="fcb69964e6f5f708" providerId="LiveId" clId="{002DFDBC-8F3C-4285-97E0-4206A2B9E695}" dt="2025-12-27T19:59:15.588" v="464" actId="478"/>
          <ac:picMkLst>
            <pc:docMk/>
            <pc:sldMk cId="3024177456" sldId="260"/>
            <ac:picMk id="5" creationId="{FEB01F2C-5E4A-23C0-5F4B-1A9400D44923}"/>
          </ac:picMkLst>
        </pc:picChg>
        <pc:picChg chg="add del mod">
          <ac:chgData name="Semih Karamuk" userId="fcb69964e6f5f708" providerId="LiveId" clId="{002DFDBC-8F3C-4285-97E0-4206A2B9E695}" dt="2025-12-27T19:51:45.172" v="391" actId="22"/>
          <ac:picMkLst>
            <pc:docMk/>
            <pc:sldMk cId="3024177456" sldId="260"/>
            <ac:picMk id="7" creationId="{574E5437-3058-4018-A30E-7341751D104D}"/>
          </ac:picMkLst>
        </pc:picChg>
        <pc:picChg chg="add mod">
          <ac:chgData name="Semih Karamuk" userId="fcb69964e6f5f708" providerId="LiveId" clId="{002DFDBC-8F3C-4285-97E0-4206A2B9E695}" dt="2025-12-27T19:59:28.022" v="467" actId="962"/>
          <ac:picMkLst>
            <pc:docMk/>
            <pc:sldMk cId="3024177456" sldId="260"/>
            <ac:picMk id="9" creationId="{DE39389D-567E-5061-AE5E-F3887719BF0E}"/>
          </ac:picMkLst>
        </pc:picChg>
      </pc:sldChg>
      <pc:sldChg chg="modSp new mod">
        <pc:chgData name="Semih Karamuk" userId="fcb69964e6f5f708" providerId="LiveId" clId="{002DFDBC-8F3C-4285-97E0-4206A2B9E695}" dt="2025-12-27T20:11:39.303" v="685" actId="27636"/>
        <pc:sldMkLst>
          <pc:docMk/>
          <pc:sldMk cId="2345111762" sldId="261"/>
        </pc:sldMkLst>
        <pc:spChg chg="mod">
          <ac:chgData name="Semih Karamuk" userId="fcb69964e6f5f708" providerId="LiveId" clId="{002DFDBC-8F3C-4285-97E0-4206A2B9E695}" dt="2025-12-27T20:11:39.181" v="681"/>
          <ac:spMkLst>
            <pc:docMk/>
            <pc:sldMk cId="2345111762" sldId="261"/>
            <ac:spMk id="2" creationId="{FC18095F-7227-B3E2-97BA-A47EB44C317E}"/>
          </ac:spMkLst>
        </pc:spChg>
        <pc:spChg chg="mod">
          <ac:chgData name="Semih Karamuk" userId="fcb69964e6f5f708" providerId="LiveId" clId="{002DFDBC-8F3C-4285-97E0-4206A2B9E695}" dt="2025-12-27T20:11:39.303" v="685" actId="27636"/>
          <ac:spMkLst>
            <pc:docMk/>
            <pc:sldMk cId="2345111762" sldId="261"/>
            <ac:spMk id="3" creationId="{32DC336B-2CEF-4769-8C17-91A84E05B34D}"/>
          </ac:spMkLst>
        </pc:spChg>
      </pc:sldChg>
      <pc:sldChg chg="addSp delSp modSp new mod">
        <pc:chgData name="Semih Karamuk" userId="fcb69964e6f5f708" providerId="LiveId" clId="{002DFDBC-8F3C-4285-97E0-4206A2B9E695}" dt="2025-12-27T20:10:37.762" v="639" actId="1076"/>
        <pc:sldMkLst>
          <pc:docMk/>
          <pc:sldMk cId="2288528793" sldId="262"/>
        </pc:sldMkLst>
        <pc:spChg chg="del">
          <ac:chgData name="Semih Karamuk" userId="fcb69964e6f5f708" providerId="LiveId" clId="{002DFDBC-8F3C-4285-97E0-4206A2B9E695}" dt="2025-12-27T19:58:31.368" v="456" actId="478"/>
          <ac:spMkLst>
            <pc:docMk/>
            <pc:sldMk cId="2288528793" sldId="262"/>
            <ac:spMk id="2" creationId="{17EF7723-F753-CAB5-C913-6C2C23F8F3CA}"/>
          </ac:spMkLst>
        </pc:spChg>
        <pc:spChg chg="mod">
          <ac:chgData name="Semih Karamuk" userId="fcb69964e6f5f708" providerId="LiveId" clId="{002DFDBC-8F3C-4285-97E0-4206A2B9E695}" dt="2025-12-27T20:10:37.762" v="639" actId="1076"/>
          <ac:spMkLst>
            <pc:docMk/>
            <pc:sldMk cId="2288528793" sldId="262"/>
            <ac:spMk id="3" creationId="{74C6903A-4480-60DE-C812-08B92333264F}"/>
          </ac:spMkLst>
        </pc:spChg>
        <pc:picChg chg="add mod">
          <ac:chgData name="Semih Karamuk" userId="fcb69964e6f5f708" providerId="LiveId" clId="{002DFDBC-8F3C-4285-97E0-4206A2B9E695}" dt="2025-12-27T19:58:32.325" v="457" actId="1076"/>
          <ac:picMkLst>
            <pc:docMk/>
            <pc:sldMk cId="2288528793" sldId="262"/>
            <ac:picMk id="5" creationId="{9ED8841F-699C-F357-6AD6-0E8A9BDB3499}"/>
          </ac:picMkLst>
        </pc:picChg>
      </pc:sldChg>
      <pc:sldChg chg="addSp delSp modSp new mod ord setBg setClrOvrMap delDesignElem">
        <pc:chgData name="Semih Karamuk" userId="fcb69964e6f5f708" providerId="LiveId" clId="{002DFDBC-8F3C-4285-97E0-4206A2B9E695}" dt="2025-12-27T20:11:24.325" v="648"/>
        <pc:sldMkLst>
          <pc:docMk/>
          <pc:sldMk cId="941116888" sldId="263"/>
        </pc:sldMkLst>
        <pc:spChg chg="mod">
          <ac:chgData name="Semih Karamuk" userId="fcb69964e6f5f708" providerId="LiveId" clId="{002DFDBC-8F3C-4285-97E0-4206A2B9E695}" dt="2025-12-27T20:11:05.572" v="646" actId="26606"/>
          <ac:spMkLst>
            <pc:docMk/>
            <pc:sldMk cId="941116888" sldId="263"/>
            <ac:spMk id="2" creationId="{AE0BF262-BADE-F428-5497-51B8942C9BEA}"/>
          </ac:spMkLst>
        </pc:spChg>
        <pc:spChg chg="add del">
          <ac:chgData name="Semih Karamuk" userId="fcb69964e6f5f708" providerId="LiveId" clId="{002DFDBC-8F3C-4285-97E0-4206A2B9E695}" dt="2025-12-27T20:11:24.325" v="648"/>
          <ac:spMkLst>
            <pc:docMk/>
            <pc:sldMk cId="941116888" sldId="263"/>
            <ac:spMk id="11" creationId="{73C0A186-7444-4460-9C37-532E7671E99E}"/>
          </ac:spMkLst>
        </pc:spChg>
        <pc:grpChg chg="add del">
          <ac:chgData name="Semih Karamuk" userId="fcb69964e6f5f708" providerId="LiveId" clId="{002DFDBC-8F3C-4285-97E0-4206A2B9E695}" dt="2025-12-27T20:11:24.325" v="648"/>
          <ac:grpSpMkLst>
            <pc:docMk/>
            <pc:sldMk cId="941116888" sldId="263"/>
            <ac:grpSpMk id="7" creationId="{93E10248-AF0E-477D-B4D2-47C02CE4E353}"/>
          </ac:grpSpMkLst>
        </pc:grpChg>
        <pc:grpChg chg="add del">
          <ac:chgData name="Semih Karamuk" userId="fcb69964e6f5f708" providerId="LiveId" clId="{002DFDBC-8F3C-4285-97E0-4206A2B9E695}" dt="2025-12-27T20:11:24.325" v="648"/>
          <ac:grpSpMkLst>
            <pc:docMk/>
            <pc:sldMk cId="941116888" sldId="263"/>
            <ac:grpSpMk id="13" creationId="{F1ECA4FE-7D2F-4576-B767-3A5F5ABFE90F}"/>
          </ac:grpSpMkLst>
        </pc:grpChg>
        <pc:cxnChg chg="add del">
          <ac:chgData name="Semih Karamuk" userId="fcb69964e6f5f708" providerId="LiveId" clId="{002DFDBC-8F3C-4285-97E0-4206A2B9E695}" dt="2025-12-27T20:11:24.325" v="648"/>
          <ac:cxnSpMkLst>
            <pc:docMk/>
            <pc:sldMk cId="941116888" sldId="263"/>
            <ac:cxnSpMk id="17" creationId="{E81F53E2-F556-42FA-8D24-113839EE19F8}"/>
          </ac:cxnSpMkLst>
        </pc:cxnChg>
      </pc:sldChg>
      <pc:sldChg chg="modSp new mod ord">
        <pc:chgData name="Semih Karamuk" userId="fcb69964e6f5f708" providerId="LiveId" clId="{002DFDBC-8F3C-4285-97E0-4206A2B9E695}" dt="2025-12-27T20:11:39.308" v="686" actId="27636"/>
        <pc:sldMkLst>
          <pc:docMk/>
          <pc:sldMk cId="1175623747" sldId="264"/>
        </pc:sldMkLst>
        <pc:spChg chg="mod">
          <ac:chgData name="Semih Karamuk" userId="fcb69964e6f5f708" providerId="LiveId" clId="{002DFDBC-8F3C-4285-97E0-4206A2B9E695}" dt="2025-12-27T20:11:39.181" v="681"/>
          <ac:spMkLst>
            <pc:docMk/>
            <pc:sldMk cId="1175623747" sldId="264"/>
            <ac:spMk id="2" creationId="{A270B490-761F-C8CE-153C-E364F3032B5F}"/>
          </ac:spMkLst>
        </pc:spChg>
        <pc:spChg chg="mod">
          <ac:chgData name="Semih Karamuk" userId="fcb69964e6f5f708" providerId="LiveId" clId="{002DFDBC-8F3C-4285-97E0-4206A2B9E695}" dt="2025-12-27T20:11:39.308" v="686" actId="27636"/>
          <ac:spMkLst>
            <pc:docMk/>
            <pc:sldMk cId="1175623747" sldId="264"/>
            <ac:spMk id="3" creationId="{E10C9621-C86B-B395-B3D2-4716279C02B6}"/>
          </ac:spMkLst>
        </pc:spChg>
      </pc:sldChg>
      <pc:sldChg chg="new del">
        <pc:chgData name="Semih Karamuk" userId="fcb69964e6f5f708" providerId="LiveId" clId="{002DFDBC-8F3C-4285-97E0-4206A2B9E695}" dt="2025-12-27T20:02:03.946" v="505" actId="47"/>
        <pc:sldMkLst>
          <pc:docMk/>
          <pc:sldMk cId="3265907682" sldId="264"/>
        </pc:sldMkLst>
      </pc:sldChg>
      <pc:sldChg chg="addSp delSp modSp new mod ord">
        <pc:chgData name="Semih Karamuk" userId="fcb69964e6f5f708" providerId="LiveId" clId="{002DFDBC-8F3C-4285-97E0-4206A2B9E695}" dt="2025-12-27T20:11:39.308" v="687" actId="27636"/>
        <pc:sldMkLst>
          <pc:docMk/>
          <pc:sldMk cId="2745360555" sldId="265"/>
        </pc:sldMkLst>
        <pc:spChg chg="mod">
          <ac:chgData name="Semih Karamuk" userId="fcb69964e6f5f708" providerId="LiveId" clId="{002DFDBC-8F3C-4285-97E0-4206A2B9E695}" dt="2025-12-27T20:11:39.181" v="681"/>
          <ac:spMkLst>
            <pc:docMk/>
            <pc:sldMk cId="2745360555" sldId="265"/>
            <ac:spMk id="2" creationId="{6C63B974-6FE2-5A0F-5BCD-812EA9768657}"/>
          </ac:spMkLst>
        </pc:spChg>
        <pc:spChg chg="mod">
          <ac:chgData name="Semih Karamuk" userId="fcb69964e6f5f708" providerId="LiveId" clId="{002DFDBC-8F3C-4285-97E0-4206A2B9E695}" dt="2025-12-27T20:11:39.308" v="687" actId="27636"/>
          <ac:spMkLst>
            <pc:docMk/>
            <pc:sldMk cId="2745360555" sldId="265"/>
            <ac:spMk id="3" creationId="{947A3DEE-7C6D-E87D-38C7-8A74977C9C0A}"/>
          </ac:spMkLst>
        </pc:spChg>
        <pc:spChg chg="add del">
          <ac:chgData name="Semih Karamuk" userId="fcb69964e6f5f708" providerId="LiveId" clId="{002DFDBC-8F3C-4285-97E0-4206A2B9E695}" dt="2025-12-27T20:03:31.138" v="597" actId="22"/>
          <ac:spMkLst>
            <pc:docMk/>
            <pc:sldMk cId="2745360555" sldId="265"/>
            <ac:spMk id="5" creationId="{057ED8EE-CC00-5A21-83B4-5012C300FD9D}"/>
          </ac:spMkLst>
        </pc:spChg>
      </pc:sldChg>
      <pc:sldMasterChg chg="add del addSldLayout delSldLayout">
        <pc:chgData name="Semih Karamuk" userId="fcb69964e6f5f708" providerId="LiveId" clId="{002DFDBC-8F3C-4285-97E0-4206A2B9E695}" dt="2025-12-27T19:41:51.445" v="183" actId="26606"/>
        <pc:sldMasterMkLst>
          <pc:docMk/>
          <pc:sldMasterMk cId="369141292" sldId="2147483648"/>
        </pc:sldMasterMkLst>
        <pc:sldLayoutChg chg="add del">
          <pc:chgData name="Semih Karamuk" userId="fcb69964e6f5f708" providerId="LiveId" clId="{002DFDBC-8F3C-4285-97E0-4206A2B9E695}" dt="2025-12-27T19:41:51.445" v="183" actId="26606"/>
          <pc:sldLayoutMkLst>
            <pc:docMk/>
            <pc:sldMasterMk cId="369141292" sldId="2147483648"/>
            <pc:sldLayoutMk cId="808384100" sldId="2147483649"/>
          </pc:sldLayoutMkLst>
        </pc:sldLayoutChg>
        <pc:sldLayoutChg chg="add del">
          <pc:chgData name="Semih Karamuk" userId="fcb69964e6f5f708" providerId="LiveId" clId="{002DFDBC-8F3C-4285-97E0-4206A2B9E695}" dt="2025-12-27T19:41:51.445" v="183" actId="26606"/>
          <pc:sldLayoutMkLst>
            <pc:docMk/>
            <pc:sldMasterMk cId="369141292" sldId="2147483648"/>
            <pc:sldLayoutMk cId="1350763466" sldId="2147483650"/>
          </pc:sldLayoutMkLst>
        </pc:sldLayoutChg>
        <pc:sldLayoutChg chg="add del">
          <pc:chgData name="Semih Karamuk" userId="fcb69964e6f5f708" providerId="LiveId" clId="{002DFDBC-8F3C-4285-97E0-4206A2B9E695}" dt="2025-12-27T19:41:51.445" v="183" actId="26606"/>
          <pc:sldLayoutMkLst>
            <pc:docMk/>
            <pc:sldMasterMk cId="369141292" sldId="2147483648"/>
            <pc:sldLayoutMk cId="827254028" sldId="2147483651"/>
          </pc:sldLayoutMkLst>
        </pc:sldLayoutChg>
        <pc:sldLayoutChg chg="add del">
          <pc:chgData name="Semih Karamuk" userId="fcb69964e6f5f708" providerId="LiveId" clId="{002DFDBC-8F3C-4285-97E0-4206A2B9E695}" dt="2025-12-27T19:41:51.445" v="183" actId="26606"/>
          <pc:sldLayoutMkLst>
            <pc:docMk/>
            <pc:sldMasterMk cId="369141292" sldId="2147483648"/>
            <pc:sldLayoutMk cId="689456232" sldId="2147483652"/>
          </pc:sldLayoutMkLst>
        </pc:sldLayoutChg>
        <pc:sldLayoutChg chg="add del">
          <pc:chgData name="Semih Karamuk" userId="fcb69964e6f5f708" providerId="LiveId" clId="{002DFDBC-8F3C-4285-97E0-4206A2B9E695}" dt="2025-12-27T19:41:51.445" v="183" actId="26606"/>
          <pc:sldLayoutMkLst>
            <pc:docMk/>
            <pc:sldMasterMk cId="369141292" sldId="2147483648"/>
            <pc:sldLayoutMk cId="3149589526" sldId="2147483653"/>
          </pc:sldLayoutMkLst>
        </pc:sldLayoutChg>
        <pc:sldLayoutChg chg="add del">
          <pc:chgData name="Semih Karamuk" userId="fcb69964e6f5f708" providerId="LiveId" clId="{002DFDBC-8F3C-4285-97E0-4206A2B9E695}" dt="2025-12-27T19:41:51.445" v="183" actId="26606"/>
          <pc:sldLayoutMkLst>
            <pc:docMk/>
            <pc:sldMasterMk cId="369141292" sldId="2147483648"/>
            <pc:sldLayoutMk cId="64724029" sldId="2147483654"/>
          </pc:sldLayoutMkLst>
        </pc:sldLayoutChg>
        <pc:sldLayoutChg chg="add del">
          <pc:chgData name="Semih Karamuk" userId="fcb69964e6f5f708" providerId="LiveId" clId="{002DFDBC-8F3C-4285-97E0-4206A2B9E695}" dt="2025-12-27T19:41:51.445" v="183" actId="26606"/>
          <pc:sldLayoutMkLst>
            <pc:docMk/>
            <pc:sldMasterMk cId="369141292" sldId="2147483648"/>
            <pc:sldLayoutMk cId="3860992911" sldId="2147483655"/>
          </pc:sldLayoutMkLst>
        </pc:sldLayoutChg>
        <pc:sldLayoutChg chg="add del">
          <pc:chgData name="Semih Karamuk" userId="fcb69964e6f5f708" providerId="LiveId" clId="{002DFDBC-8F3C-4285-97E0-4206A2B9E695}" dt="2025-12-27T19:41:51.445" v="183" actId="26606"/>
          <pc:sldLayoutMkLst>
            <pc:docMk/>
            <pc:sldMasterMk cId="369141292" sldId="2147483648"/>
            <pc:sldLayoutMk cId="268770009" sldId="2147483656"/>
          </pc:sldLayoutMkLst>
        </pc:sldLayoutChg>
        <pc:sldLayoutChg chg="add del">
          <pc:chgData name="Semih Karamuk" userId="fcb69964e6f5f708" providerId="LiveId" clId="{002DFDBC-8F3C-4285-97E0-4206A2B9E695}" dt="2025-12-27T19:41:51.445" v="183" actId="26606"/>
          <pc:sldLayoutMkLst>
            <pc:docMk/>
            <pc:sldMasterMk cId="369141292" sldId="2147483648"/>
            <pc:sldLayoutMk cId="4097484899" sldId="2147483657"/>
          </pc:sldLayoutMkLst>
        </pc:sldLayoutChg>
        <pc:sldLayoutChg chg="add del">
          <pc:chgData name="Semih Karamuk" userId="fcb69964e6f5f708" providerId="LiveId" clId="{002DFDBC-8F3C-4285-97E0-4206A2B9E695}" dt="2025-12-27T19:41:51.445" v="183" actId="26606"/>
          <pc:sldLayoutMkLst>
            <pc:docMk/>
            <pc:sldMasterMk cId="369141292" sldId="2147483648"/>
            <pc:sldLayoutMk cId="1457251018" sldId="2147483658"/>
          </pc:sldLayoutMkLst>
        </pc:sldLayoutChg>
        <pc:sldLayoutChg chg="add del">
          <pc:chgData name="Semih Karamuk" userId="fcb69964e6f5f708" providerId="LiveId" clId="{002DFDBC-8F3C-4285-97E0-4206A2B9E695}" dt="2025-12-27T19:41:51.445" v="183" actId="26606"/>
          <pc:sldLayoutMkLst>
            <pc:docMk/>
            <pc:sldMasterMk cId="369141292" sldId="2147483648"/>
            <pc:sldLayoutMk cId="1068115790" sldId="2147483659"/>
          </pc:sldLayoutMkLst>
        </pc:sldLayoutChg>
      </pc:sldMasterChg>
      <pc:sldMasterChg chg="add del addSldLayout delSldLayout">
        <pc:chgData name="Semih Karamuk" userId="fcb69964e6f5f708" providerId="LiveId" clId="{002DFDBC-8F3C-4285-97E0-4206A2B9E695}" dt="2025-12-27T19:42:18.622" v="191" actId="26606"/>
        <pc:sldMasterMkLst>
          <pc:docMk/>
          <pc:sldMasterMk cId="2296594641" sldId="2147483722"/>
        </pc:sldMasterMkLst>
        <pc:sldLayoutChg chg="add del">
          <pc:chgData name="Semih Karamuk" userId="fcb69964e6f5f708" providerId="LiveId" clId="{002DFDBC-8F3C-4285-97E0-4206A2B9E695}" dt="2025-12-27T19:42:18.622" v="191" actId="26606"/>
          <pc:sldLayoutMkLst>
            <pc:docMk/>
            <pc:sldMasterMk cId="2296594641" sldId="2147483722"/>
            <pc:sldLayoutMk cId="358146589" sldId="2147483711"/>
          </pc:sldLayoutMkLst>
        </pc:sldLayoutChg>
        <pc:sldLayoutChg chg="add del">
          <pc:chgData name="Semih Karamuk" userId="fcb69964e6f5f708" providerId="LiveId" clId="{002DFDBC-8F3C-4285-97E0-4206A2B9E695}" dt="2025-12-27T19:42:18.622" v="191" actId="26606"/>
          <pc:sldLayoutMkLst>
            <pc:docMk/>
            <pc:sldMasterMk cId="2296594641" sldId="2147483722"/>
            <pc:sldLayoutMk cId="904747332" sldId="2147483712"/>
          </pc:sldLayoutMkLst>
        </pc:sldLayoutChg>
        <pc:sldLayoutChg chg="add del">
          <pc:chgData name="Semih Karamuk" userId="fcb69964e6f5f708" providerId="LiveId" clId="{002DFDBC-8F3C-4285-97E0-4206A2B9E695}" dt="2025-12-27T19:42:18.622" v="191" actId="26606"/>
          <pc:sldLayoutMkLst>
            <pc:docMk/>
            <pc:sldMasterMk cId="2296594641" sldId="2147483722"/>
            <pc:sldLayoutMk cId="918793930" sldId="2147483713"/>
          </pc:sldLayoutMkLst>
        </pc:sldLayoutChg>
        <pc:sldLayoutChg chg="add del">
          <pc:chgData name="Semih Karamuk" userId="fcb69964e6f5f708" providerId="LiveId" clId="{002DFDBC-8F3C-4285-97E0-4206A2B9E695}" dt="2025-12-27T19:42:18.622" v="191" actId="26606"/>
          <pc:sldLayoutMkLst>
            <pc:docMk/>
            <pc:sldMasterMk cId="2296594641" sldId="2147483722"/>
            <pc:sldLayoutMk cId="3661345581" sldId="2147483714"/>
          </pc:sldLayoutMkLst>
        </pc:sldLayoutChg>
        <pc:sldLayoutChg chg="add del">
          <pc:chgData name="Semih Karamuk" userId="fcb69964e6f5f708" providerId="LiveId" clId="{002DFDBC-8F3C-4285-97E0-4206A2B9E695}" dt="2025-12-27T19:42:18.622" v="191" actId="26606"/>
          <pc:sldLayoutMkLst>
            <pc:docMk/>
            <pc:sldMasterMk cId="2296594641" sldId="2147483722"/>
            <pc:sldLayoutMk cId="135500954" sldId="2147483715"/>
          </pc:sldLayoutMkLst>
        </pc:sldLayoutChg>
        <pc:sldLayoutChg chg="add del">
          <pc:chgData name="Semih Karamuk" userId="fcb69964e6f5f708" providerId="LiveId" clId="{002DFDBC-8F3C-4285-97E0-4206A2B9E695}" dt="2025-12-27T19:42:18.622" v="191" actId="26606"/>
          <pc:sldLayoutMkLst>
            <pc:docMk/>
            <pc:sldMasterMk cId="2296594641" sldId="2147483722"/>
            <pc:sldLayoutMk cId="1020767438" sldId="2147483716"/>
          </pc:sldLayoutMkLst>
        </pc:sldLayoutChg>
        <pc:sldLayoutChg chg="add del">
          <pc:chgData name="Semih Karamuk" userId="fcb69964e6f5f708" providerId="LiveId" clId="{002DFDBC-8F3C-4285-97E0-4206A2B9E695}" dt="2025-12-27T19:42:18.622" v="191" actId="26606"/>
          <pc:sldLayoutMkLst>
            <pc:docMk/>
            <pc:sldMasterMk cId="2296594641" sldId="2147483722"/>
            <pc:sldLayoutMk cId="2776596282" sldId="2147483717"/>
          </pc:sldLayoutMkLst>
        </pc:sldLayoutChg>
        <pc:sldLayoutChg chg="add del">
          <pc:chgData name="Semih Karamuk" userId="fcb69964e6f5f708" providerId="LiveId" clId="{002DFDBC-8F3C-4285-97E0-4206A2B9E695}" dt="2025-12-27T19:42:18.622" v="191" actId="26606"/>
          <pc:sldLayoutMkLst>
            <pc:docMk/>
            <pc:sldMasterMk cId="2296594641" sldId="2147483722"/>
            <pc:sldLayoutMk cId="3356439457" sldId="2147483718"/>
          </pc:sldLayoutMkLst>
        </pc:sldLayoutChg>
        <pc:sldLayoutChg chg="add del">
          <pc:chgData name="Semih Karamuk" userId="fcb69964e6f5f708" providerId="LiveId" clId="{002DFDBC-8F3C-4285-97E0-4206A2B9E695}" dt="2025-12-27T19:42:18.622" v="191" actId="26606"/>
          <pc:sldLayoutMkLst>
            <pc:docMk/>
            <pc:sldMasterMk cId="2296594641" sldId="2147483722"/>
            <pc:sldLayoutMk cId="724339992" sldId="2147483719"/>
          </pc:sldLayoutMkLst>
        </pc:sldLayoutChg>
        <pc:sldLayoutChg chg="add del">
          <pc:chgData name="Semih Karamuk" userId="fcb69964e6f5f708" providerId="LiveId" clId="{002DFDBC-8F3C-4285-97E0-4206A2B9E695}" dt="2025-12-27T19:42:18.622" v="191" actId="26606"/>
          <pc:sldLayoutMkLst>
            <pc:docMk/>
            <pc:sldMasterMk cId="2296594641" sldId="2147483722"/>
            <pc:sldLayoutMk cId="1910390467" sldId="2147483720"/>
          </pc:sldLayoutMkLst>
        </pc:sldLayoutChg>
        <pc:sldLayoutChg chg="add del">
          <pc:chgData name="Semih Karamuk" userId="fcb69964e6f5f708" providerId="LiveId" clId="{002DFDBC-8F3C-4285-97E0-4206A2B9E695}" dt="2025-12-27T19:42:18.622" v="191" actId="26606"/>
          <pc:sldLayoutMkLst>
            <pc:docMk/>
            <pc:sldMasterMk cId="2296594641" sldId="2147483722"/>
            <pc:sldLayoutMk cId="2042797069" sldId="2147483721"/>
          </pc:sldLayoutMkLst>
        </pc:sldLayoutChg>
      </pc:sldMasterChg>
      <pc:sldMasterChg chg="add del addSldLayout delSldLayout">
        <pc:chgData name="Semih Karamuk" userId="fcb69964e6f5f708" providerId="LiveId" clId="{002DFDBC-8F3C-4285-97E0-4206A2B9E695}" dt="2025-12-27T19:41:51.415" v="182" actId="26606"/>
        <pc:sldMasterMkLst>
          <pc:docMk/>
          <pc:sldMasterMk cId="3125996792" sldId="2147483735"/>
        </pc:sldMasterMkLst>
        <pc:sldLayoutChg chg="add del">
          <pc:chgData name="Semih Karamuk" userId="fcb69964e6f5f708" providerId="LiveId" clId="{002DFDBC-8F3C-4285-97E0-4206A2B9E695}" dt="2025-12-27T19:41:51.415" v="182" actId="26606"/>
          <pc:sldLayoutMkLst>
            <pc:docMk/>
            <pc:sldMasterMk cId="3125996792" sldId="2147483735"/>
            <pc:sldLayoutMk cId="2377462480" sldId="2147483724"/>
          </pc:sldLayoutMkLst>
        </pc:sldLayoutChg>
        <pc:sldLayoutChg chg="add del">
          <pc:chgData name="Semih Karamuk" userId="fcb69964e6f5f708" providerId="LiveId" clId="{002DFDBC-8F3C-4285-97E0-4206A2B9E695}" dt="2025-12-27T19:41:51.415" v="182" actId="26606"/>
          <pc:sldLayoutMkLst>
            <pc:docMk/>
            <pc:sldMasterMk cId="3125996792" sldId="2147483735"/>
            <pc:sldLayoutMk cId="3361927785" sldId="2147483725"/>
          </pc:sldLayoutMkLst>
        </pc:sldLayoutChg>
        <pc:sldLayoutChg chg="add del">
          <pc:chgData name="Semih Karamuk" userId="fcb69964e6f5f708" providerId="LiveId" clId="{002DFDBC-8F3C-4285-97E0-4206A2B9E695}" dt="2025-12-27T19:41:51.415" v="182" actId="26606"/>
          <pc:sldLayoutMkLst>
            <pc:docMk/>
            <pc:sldMasterMk cId="3125996792" sldId="2147483735"/>
            <pc:sldLayoutMk cId="275158319" sldId="2147483726"/>
          </pc:sldLayoutMkLst>
        </pc:sldLayoutChg>
        <pc:sldLayoutChg chg="add del">
          <pc:chgData name="Semih Karamuk" userId="fcb69964e6f5f708" providerId="LiveId" clId="{002DFDBC-8F3C-4285-97E0-4206A2B9E695}" dt="2025-12-27T19:41:51.415" v="182" actId="26606"/>
          <pc:sldLayoutMkLst>
            <pc:docMk/>
            <pc:sldMasterMk cId="3125996792" sldId="2147483735"/>
            <pc:sldLayoutMk cId="2974278380" sldId="2147483727"/>
          </pc:sldLayoutMkLst>
        </pc:sldLayoutChg>
        <pc:sldLayoutChg chg="add del">
          <pc:chgData name="Semih Karamuk" userId="fcb69964e6f5f708" providerId="LiveId" clId="{002DFDBC-8F3C-4285-97E0-4206A2B9E695}" dt="2025-12-27T19:41:51.415" v="182" actId="26606"/>
          <pc:sldLayoutMkLst>
            <pc:docMk/>
            <pc:sldMasterMk cId="3125996792" sldId="2147483735"/>
            <pc:sldLayoutMk cId="1183736202" sldId="2147483728"/>
          </pc:sldLayoutMkLst>
        </pc:sldLayoutChg>
        <pc:sldLayoutChg chg="add del">
          <pc:chgData name="Semih Karamuk" userId="fcb69964e6f5f708" providerId="LiveId" clId="{002DFDBC-8F3C-4285-97E0-4206A2B9E695}" dt="2025-12-27T19:41:51.415" v="182" actId="26606"/>
          <pc:sldLayoutMkLst>
            <pc:docMk/>
            <pc:sldMasterMk cId="3125996792" sldId="2147483735"/>
            <pc:sldLayoutMk cId="183371875" sldId="2147483729"/>
          </pc:sldLayoutMkLst>
        </pc:sldLayoutChg>
        <pc:sldLayoutChg chg="add del">
          <pc:chgData name="Semih Karamuk" userId="fcb69964e6f5f708" providerId="LiveId" clId="{002DFDBC-8F3C-4285-97E0-4206A2B9E695}" dt="2025-12-27T19:41:51.415" v="182" actId="26606"/>
          <pc:sldLayoutMkLst>
            <pc:docMk/>
            <pc:sldMasterMk cId="3125996792" sldId="2147483735"/>
            <pc:sldLayoutMk cId="2936821733" sldId="2147483730"/>
          </pc:sldLayoutMkLst>
        </pc:sldLayoutChg>
        <pc:sldLayoutChg chg="add del">
          <pc:chgData name="Semih Karamuk" userId="fcb69964e6f5f708" providerId="LiveId" clId="{002DFDBC-8F3C-4285-97E0-4206A2B9E695}" dt="2025-12-27T19:41:51.415" v="182" actId="26606"/>
          <pc:sldLayoutMkLst>
            <pc:docMk/>
            <pc:sldMasterMk cId="3125996792" sldId="2147483735"/>
            <pc:sldLayoutMk cId="2777125876" sldId="2147483731"/>
          </pc:sldLayoutMkLst>
        </pc:sldLayoutChg>
        <pc:sldLayoutChg chg="add del">
          <pc:chgData name="Semih Karamuk" userId="fcb69964e6f5f708" providerId="LiveId" clId="{002DFDBC-8F3C-4285-97E0-4206A2B9E695}" dt="2025-12-27T19:41:51.415" v="182" actId="26606"/>
          <pc:sldLayoutMkLst>
            <pc:docMk/>
            <pc:sldMasterMk cId="3125996792" sldId="2147483735"/>
            <pc:sldLayoutMk cId="1800544562" sldId="2147483732"/>
          </pc:sldLayoutMkLst>
        </pc:sldLayoutChg>
        <pc:sldLayoutChg chg="add del">
          <pc:chgData name="Semih Karamuk" userId="fcb69964e6f5f708" providerId="LiveId" clId="{002DFDBC-8F3C-4285-97E0-4206A2B9E695}" dt="2025-12-27T19:41:51.415" v="182" actId="26606"/>
          <pc:sldLayoutMkLst>
            <pc:docMk/>
            <pc:sldMasterMk cId="3125996792" sldId="2147483735"/>
            <pc:sldLayoutMk cId="2368614321" sldId="2147483733"/>
          </pc:sldLayoutMkLst>
        </pc:sldLayoutChg>
        <pc:sldLayoutChg chg="add del">
          <pc:chgData name="Semih Karamuk" userId="fcb69964e6f5f708" providerId="LiveId" clId="{002DFDBC-8F3C-4285-97E0-4206A2B9E695}" dt="2025-12-27T19:41:51.415" v="182" actId="26606"/>
          <pc:sldLayoutMkLst>
            <pc:docMk/>
            <pc:sldMasterMk cId="3125996792" sldId="2147483735"/>
            <pc:sldLayoutMk cId="3149246933" sldId="2147483734"/>
          </pc:sldLayoutMkLst>
        </pc:sldLayoutChg>
      </pc:sldMasterChg>
      <pc:sldMasterChg chg="add del addSldLayout delSldLayout">
        <pc:chgData name="Semih Karamuk" userId="fcb69964e6f5f708" providerId="LiveId" clId="{002DFDBC-8F3C-4285-97E0-4206A2B9E695}" dt="2025-12-27T19:43:11.118" v="217" actId="26606"/>
        <pc:sldMasterMkLst>
          <pc:docMk/>
          <pc:sldMasterMk cId="3475915514" sldId="2147483811"/>
        </pc:sldMasterMkLst>
        <pc:sldLayoutChg chg="add del">
          <pc:chgData name="Semih Karamuk" userId="fcb69964e6f5f708" providerId="LiveId" clId="{002DFDBC-8F3C-4285-97E0-4206A2B9E695}" dt="2025-12-27T19:43:11.118" v="217" actId="26606"/>
          <pc:sldLayoutMkLst>
            <pc:docMk/>
            <pc:sldMasterMk cId="3475915514" sldId="2147483811"/>
            <pc:sldLayoutMk cId="1337408247" sldId="2147483800"/>
          </pc:sldLayoutMkLst>
        </pc:sldLayoutChg>
        <pc:sldLayoutChg chg="add del">
          <pc:chgData name="Semih Karamuk" userId="fcb69964e6f5f708" providerId="LiveId" clId="{002DFDBC-8F3C-4285-97E0-4206A2B9E695}" dt="2025-12-27T19:43:11.118" v="217" actId="26606"/>
          <pc:sldLayoutMkLst>
            <pc:docMk/>
            <pc:sldMasterMk cId="3475915514" sldId="2147483811"/>
            <pc:sldLayoutMk cId="979333490" sldId="2147483801"/>
          </pc:sldLayoutMkLst>
        </pc:sldLayoutChg>
        <pc:sldLayoutChg chg="add del">
          <pc:chgData name="Semih Karamuk" userId="fcb69964e6f5f708" providerId="LiveId" clId="{002DFDBC-8F3C-4285-97E0-4206A2B9E695}" dt="2025-12-27T19:43:11.118" v="217" actId="26606"/>
          <pc:sldLayoutMkLst>
            <pc:docMk/>
            <pc:sldMasterMk cId="3475915514" sldId="2147483811"/>
            <pc:sldLayoutMk cId="2824487423" sldId="2147483802"/>
          </pc:sldLayoutMkLst>
        </pc:sldLayoutChg>
        <pc:sldLayoutChg chg="add del">
          <pc:chgData name="Semih Karamuk" userId="fcb69964e6f5f708" providerId="LiveId" clId="{002DFDBC-8F3C-4285-97E0-4206A2B9E695}" dt="2025-12-27T19:43:11.118" v="217" actId="26606"/>
          <pc:sldLayoutMkLst>
            <pc:docMk/>
            <pc:sldMasterMk cId="3475915514" sldId="2147483811"/>
            <pc:sldLayoutMk cId="4153801138" sldId="2147483803"/>
          </pc:sldLayoutMkLst>
        </pc:sldLayoutChg>
        <pc:sldLayoutChg chg="add del">
          <pc:chgData name="Semih Karamuk" userId="fcb69964e6f5f708" providerId="LiveId" clId="{002DFDBC-8F3C-4285-97E0-4206A2B9E695}" dt="2025-12-27T19:43:11.118" v="217" actId="26606"/>
          <pc:sldLayoutMkLst>
            <pc:docMk/>
            <pc:sldMasterMk cId="3475915514" sldId="2147483811"/>
            <pc:sldLayoutMk cId="1989573434" sldId="2147483804"/>
          </pc:sldLayoutMkLst>
        </pc:sldLayoutChg>
        <pc:sldLayoutChg chg="add del">
          <pc:chgData name="Semih Karamuk" userId="fcb69964e6f5f708" providerId="LiveId" clId="{002DFDBC-8F3C-4285-97E0-4206A2B9E695}" dt="2025-12-27T19:43:11.118" v="217" actId="26606"/>
          <pc:sldLayoutMkLst>
            <pc:docMk/>
            <pc:sldMasterMk cId="3475915514" sldId="2147483811"/>
            <pc:sldLayoutMk cId="1642432345" sldId="2147483805"/>
          </pc:sldLayoutMkLst>
        </pc:sldLayoutChg>
        <pc:sldLayoutChg chg="add del">
          <pc:chgData name="Semih Karamuk" userId="fcb69964e6f5f708" providerId="LiveId" clId="{002DFDBC-8F3C-4285-97E0-4206A2B9E695}" dt="2025-12-27T19:43:11.118" v="217" actId="26606"/>
          <pc:sldLayoutMkLst>
            <pc:docMk/>
            <pc:sldMasterMk cId="3475915514" sldId="2147483811"/>
            <pc:sldLayoutMk cId="4244393719" sldId="2147483806"/>
          </pc:sldLayoutMkLst>
        </pc:sldLayoutChg>
        <pc:sldLayoutChg chg="add del">
          <pc:chgData name="Semih Karamuk" userId="fcb69964e6f5f708" providerId="LiveId" clId="{002DFDBC-8F3C-4285-97E0-4206A2B9E695}" dt="2025-12-27T19:43:11.118" v="217" actId="26606"/>
          <pc:sldLayoutMkLst>
            <pc:docMk/>
            <pc:sldMasterMk cId="3475915514" sldId="2147483811"/>
            <pc:sldLayoutMk cId="2306912721" sldId="2147483807"/>
          </pc:sldLayoutMkLst>
        </pc:sldLayoutChg>
        <pc:sldLayoutChg chg="add del">
          <pc:chgData name="Semih Karamuk" userId="fcb69964e6f5f708" providerId="LiveId" clId="{002DFDBC-8F3C-4285-97E0-4206A2B9E695}" dt="2025-12-27T19:43:11.118" v="217" actId="26606"/>
          <pc:sldLayoutMkLst>
            <pc:docMk/>
            <pc:sldMasterMk cId="3475915514" sldId="2147483811"/>
            <pc:sldLayoutMk cId="1186840028" sldId="2147483808"/>
          </pc:sldLayoutMkLst>
        </pc:sldLayoutChg>
        <pc:sldLayoutChg chg="add del">
          <pc:chgData name="Semih Karamuk" userId="fcb69964e6f5f708" providerId="LiveId" clId="{002DFDBC-8F3C-4285-97E0-4206A2B9E695}" dt="2025-12-27T19:43:11.118" v="217" actId="26606"/>
          <pc:sldLayoutMkLst>
            <pc:docMk/>
            <pc:sldMasterMk cId="3475915514" sldId="2147483811"/>
            <pc:sldLayoutMk cId="463845847" sldId="2147483809"/>
          </pc:sldLayoutMkLst>
        </pc:sldLayoutChg>
        <pc:sldLayoutChg chg="add del">
          <pc:chgData name="Semih Karamuk" userId="fcb69964e6f5f708" providerId="LiveId" clId="{002DFDBC-8F3C-4285-97E0-4206A2B9E695}" dt="2025-12-27T19:43:11.118" v="217" actId="26606"/>
          <pc:sldLayoutMkLst>
            <pc:docMk/>
            <pc:sldMasterMk cId="3475915514" sldId="2147483811"/>
            <pc:sldLayoutMk cId="1162219379" sldId="2147483810"/>
          </pc:sldLayoutMkLst>
        </pc:sldLayoutChg>
      </pc:sldMasterChg>
      <pc:sldMasterChg chg="add del addSldLayout delSldLayout">
        <pc:chgData name="Semih Karamuk" userId="fcb69964e6f5f708" providerId="LiveId" clId="{002DFDBC-8F3C-4285-97E0-4206A2B9E695}" dt="2025-12-27T19:42:47.079" v="208" actId="26606"/>
        <pc:sldMasterMkLst>
          <pc:docMk/>
          <pc:sldMasterMk cId="1225125503" sldId="2147483861"/>
        </pc:sldMasterMkLst>
        <pc:sldLayoutChg chg="add del">
          <pc:chgData name="Semih Karamuk" userId="fcb69964e6f5f708" providerId="LiveId" clId="{002DFDBC-8F3C-4285-97E0-4206A2B9E695}" dt="2025-12-27T19:42:47.079" v="208" actId="26606"/>
          <pc:sldLayoutMkLst>
            <pc:docMk/>
            <pc:sldMasterMk cId="1225125503" sldId="2147483861"/>
            <pc:sldLayoutMk cId="826432189" sldId="2147483850"/>
          </pc:sldLayoutMkLst>
        </pc:sldLayoutChg>
        <pc:sldLayoutChg chg="add del">
          <pc:chgData name="Semih Karamuk" userId="fcb69964e6f5f708" providerId="LiveId" clId="{002DFDBC-8F3C-4285-97E0-4206A2B9E695}" dt="2025-12-27T19:42:47.079" v="208" actId="26606"/>
          <pc:sldLayoutMkLst>
            <pc:docMk/>
            <pc:sldMasterMk cId="1225125503" sldId="2147483861"/>
            <pc:sldLayoutMk cId="1930974121" sldId="2147483851"/>
          </pc:sldLayoutMkLst>
        </pc:sldLayoutChg>
        <pc:sldLayoutChg chg="add del">
          <pc:chgData name="Semih Karamuk" userId="fcb69964e6f5f708" providerId="LiveId" clId="{002DFDBC-8F3C-4285-97E0-4206A2B9E695}" dt="2025-12-27T19:42:47.079" v="208" actId="26606"/>
          <pc:sldLayoutMkLst>
            <pc:docMk/>
            <pc:sldMasterMk cId="1225125503" sldId="2147483861"/>
            <pc:sldLayoutMk cId="164905702" sldId="2147483852"/>
          </pc:sldLayoutMkLst>
        </pc:sldLayoutChg>
        <pc:sldLayoutChg chg="add del">
          <pc:chgData name="Semih Karamuk" userId="fcb69964e6f5f708" providerId="LiveId" clId="{002DFDBC-8F3C-4285-97E0-4206A2B9E695}" dt="2025-12-27T19:42:47.079" v="208" actId="26606"/>
          <pc:sldLayoutMkLst>
            <pc:docMk/>
            <pc:sldMasterMk cId="1225125503" sldId="2147483861"/>
            <pc:sldLayoutMk cId="4123336419" sldId="2147483853"/>
          </pc:sldLayoutMkLst>
        </pc:sldLayoutChg>
        <pc:sldLayoutChg chg="add del">
          <pc:chgData name="Semih Karamuk" userId="fcb69964e6f5f708" providerId="LiveId" clId="{002DFDBC-8F3C-4285-97E0-4206A2B9E695}" dt="2025-12-27T19:42:47.079" v="208" actId="26606"/>
          <pc:sldLayoutMkLst>
            <pc:docMk/>
            <pc:sldMasterMk cId="1225125503" sldId="2147483861"/>
            <pc:sldLayoutMk cId="1135780244" sldId="2147483854"/>
          </pc:sldLayoutMkLst>
        </pc:sldLayoutChg>
        <pc:sldLayoutChg chg="add del">
          <pc:chgData name="Semih Karamuk" userId="fcb69964e6f5f708" providerId="LiveId" clId="{002DFDBC-8F3C-4285-97E0-4206A2B9E695}" dt="2025-12-27T19:42:47.079" v="208" actId="26606"/>
          <pc:sldLayoutMkLst>
            <pc:docMk/>
            <pc:sldMasterMk cId="1225125503" sldId="2147483861"/>
            <pc:sldLayoutMk cId="2922842711" sldId="2147483855"/>
          </pc:sldLayoutMkLst>
        </pc:sldLayoutChg>
        <pc:sldLayoutChg chg="add del">
          <pc:chgData name="Semih Karamuk" userId="fcb69964e6f5f708" providerId="LiveId" clId="{002DFDBC-8F3C-4285-97E0-4206A2B9E695}" dt="2025-12-27T19:42:47.079" v="208" actId="26606"/>
          <pc:sldLayoutMkLst>
            <pc:docMk/>
            <pc:sldMasterMk cId="1225125503" sldId="2147483861"/>
            <pc:sldLayoutMk cId="1080842850" sldId="2147483856"/>
          </pc:sldLayoutMkLst>
        </pc:sldLayoutChg>
        <pc:sldLayoutChg chg="add del">
          <pc:chgData name="Semih Karamuk" userId="fcb69964e6f5f708" providerId="LiveId" clId="{002DFDBC-8F3C-4285-97E0-4206A2B9E695}" dt="2025-12-27T19:42:47.079" v="208" actId="26606"/>
          <pc:sldLayoutMkLst>
            <pc:docMk/>
            <pc:sldMasterMk cId="1225125503" sldId="2147483861"/>
            <pc:sldLayoutMk cId="4144339906" sldId="2147483857"/>
          </pc:sldLayoutMkLst>
        </pc:sldLayoutChg>
        <pc:sldLayoutChg chg="add del">
          <pc:chgData name="Semih Karamuk" userId="fcb69964e6f5f708" providerId="LiveId" clId="{002DFDBC-8F3C-4285-97E0-4206A2B9E695}" dt="2025-12-27T19:42:47.079" v="208" actId="26606"/>
          <pc:sldLayoutMkLst>
            <pc:docMk/>
            <pc:sldMasterMk cId="1225125503" sldId="2147483861"/>
            <pc:sldLayoutMk cId="3695356128" sldId="2147483858"/>
          </pc:sldLayoutMkLst>
        </pc:sldLayoutChg>
        <pc:sldLayoutChg chg="add del">
          <pc:chgData name="Semih Karamuk" userId="fcb69964e6f5f708" providerId="LiveId" clId="{002DFDBC-8F3C-4285-97E0-4206A2B9E695}" dt="2025-12-27T19:42:47.079" v="208" actId="26606"/>
          <pc:sldLayoutMkLst>
            <pc:docMk/>
            <pc:sldMasterMk cId="1225125503" sldId="2147483861"/>
            <pc:sldLayoutMk cId="940308223" sldId="2147483859"/>
          </pc:sldLayoutMkLst>
        </pc:sldLayoutChg>
        <pc:sldLayoutChg chg="add del">
          <pc:chgData name="Semih Karamuk" userId="fcb69964e6f5f708" providerId="LiveId" clId="{002DFDBC-8F3C-4285-97E0-4206A2B9E695}" dt="2025-12-27T19:42:47.079" v="208" actId="26606"/>
          <pc:sldLayoutMkLst>
            <pc:docMk/>
            <pc:sldMasterMk cId="1225125503" sldId="2147483861"/>
            <pc:sldLayoutMk cId="678766551" sldId="2147483860"/>
          </pc:sldLayoutMkLst>
        </pc:sldLayoutChg>
      </pc:sldMasterChg>
      <pc:sldMasterChg chg="add del addSldLayout delSldLayout">
        <pc:chgData name="Semih Karamuk" userId="fcb69964e6f5f708" providerId="LiveId" clId="{002DFDBC-8F3C-4285-97E0-4206A2B9E695}" dt="2025-12-27T19:42:48.699" v="210" actId="26606"/>
        <pc:sldMasterMkLst>
          <pc:docMk/>
          <pc:sldMasterMk cId="4002504794" sldId="2147483874"/>
        </pc:sldMasterMkLst>
        <pc:sldLayoutChg chg="add del">
          <pc:chgData name="Semih Karamuk" userId="fcb69964e6f5f708" providerId="LiveId" clId="{002DFDBC-8F3C-4285-97E0-4206A2B9E695}" dt="2025-12-27T19:42:48.699" v="210" actId="26606"/>
          <pc:sldLayoutMkLst>
            <pc:docMk/>
            <pc:sldMasterMk cId="4002504794" sldId="2147483874"/>
            <pc:sldLayoutMk cId="2529464459" sldId="2147483863"/>
          </pc:sldLayoutMkLst>
        </pc:sldLayoutChg>
        <pc:sldLayoutChg chg="add del">
          <pc:chgData name="Semih Karamuk" userId="fcb69964e6f5f708" providerId="LiveId" clId="{002DFDBC-8F3C-4285-97E0-4206A2B9E695}" dt="2025-12-27T19:42:48.699" v="210" actId="26606"/>
          <pc:sldLayoutMkLst>
            <pc:docMk/>
            <pc:sldMasterMk cId="4002504794" sldId="2147483874"/>
            <pc:sldLayoutMk cId="3957584858" sldId="2147483864"/>
          </pc:sldLayoutMkLst>
        </pc:sldLayoutChg>
        <pc:sldLayoutChg chg="add del">
          <pc:chgData name="Semih Karamuk" userId="fcb69964e6f5f708" providerId="LiveId" clId="{002DFDBC-8F3C-4285-97E0-4206A2B9E695}" dt="2025-12-27T19:42:48.699" v="210" actId="26606"/>
          <pc:sldLayoutMkLst>
            <pc:docMk/>
            <pc:sldMasterMk cId="4002504794" sldId="2147483874"/>
            <pc:sldLayoutMk cId="1624654484" sldId="2147483865"/>
          </pc:sldLayoutMkLst>
        </pc:sldLayoutChg>
        <pc:sldLayoutChg chg="add del">
          <pc:chgData name="Semih Karamuk" userId="fcb69964e6f5f708" providerId="LiveId" clId="{002DFDBC-8F3C-4285-97E0-4206A2B9E695}" dt="2025-12-27T19:42:48.699" v="210" actId="26606"/>
          <pc:sldLayoutMkLst>
            <pc:docMk/>
            <pc:sldMasterMk cId="4002504794" sldId="2147483874"/>
            <pc:sldLayoutMk cId="107826990" sldId="2147483866"/>
          </pc:sldLayoutMkLst>
        </pc:sldLayoutChg>
        <pc:sldLayoutChg chg="add del">
          <pc:chgData name="Semih Karamuk" userId="fcb69964e6f5f708" providerId="LiveId" clId="{002DFDBC-8F3C-4285-97E0-4206A2B9E695}" dt="2025-12-27T19:42:48.699" v="210" actId="26606"/>
          <pc:sldLayoutMkLst>
            <pc:docMk/>
            <pc:sldMasterMk cId="4002504794" sldId="2147483874"/>
            <pc:sldLayoutMk cId="904959213" sldId="2147483867"/>
          </pc:sldLayoutMkLst>
        </pc:sldLayoutChg>
        <pc:sldLayoutChg chg="add del">
          <pc:chgData name="Semih Karamuk" userId="fcb69964e6f5f708" providerId="LiveId" clId="{002DFDBC-8F3C-4285-97E0-4206A2B9E695}" dt="2025-12-27T19:42:48.699" v="210" actId="26606"/>
          <pc:sldLayoutMkLst>
            <pc:docMk/>
            <pc:sldMasterMk cId="4002504794" sldId="2147483874"/>
            <pc:sldLayoutMk cId="1109660972" sldId="2147483868"/>
          </pc:sldLayoutMkLst>
        </pc:sldLayoutChg>
        <pc:sldLayoutChg chg="add del">
          <pc:chgData name="Semih Karamuk" userId="fcb69964e6f5f708" providerId="LiveId" clId="{002DFDBC-8F3C-4285-97E0-4206A2B9E695}" dt="2025-12-27T19:42:48.699" v="210" actId="26606"/>
          <pc:sldLayoutMkLst>
            <pc:docMk/>
            <pc:sldMasterMk cId="4002504794" sldId="2147483874"/>
            <pc:sldLayoutMk cId="3810961742" sldId="2147483869"/>
          </pc:sldLayoutMkLst>
        </pc:sldLayoutChg>
        <pc:sldLayoutChg chg="add del">
          <pc:chgData name="Semih Karamuk" userId="fcb69964e6f5f708" providerId="LiveId" clId="{002DFDBC-8F3C-4285-97E0-4206A2B9E695}" dt="2025-12-27T19:42:48.699" v="210" actId="26606"/>
          <pc:sldLayoutMkLst>
            <pc:docMk/>
            <pc:sldMasterMk cId="4002504794" sldId="2147483874"/>
            <pc:sldLayoutMk cId="358553112" sldId="2147483870"/>
          </pc:sldLayoutMkLst>
        </pc:sldLayoutChg>
        <pc:sldLayoutChg chg="add del">
          <pc:chgData name="Semih Karamuk" userId="fcb69964e6f5f708" providerId="LiveId" clId="{002DFDBC-8F3C-4285-97E0-4206A2B9E695}" dt="2025-12-27T19:42:48.699" v="210" actId="26606"/>
          <pc:sldLayoutMkLst>
            <pc:docMk/>
            <pc:sldMasterMk cId="4002504794" sldId="2147483874"/>
            <pc:sldLayoutMk cId="3066416037" sldId="2147483871"/>
          </pc:sldLayoutMkLst>
        </pc:sldLayoutChg>
        <pc:sldLayoutChg chg="add del">
          <pc:chgData name="Semih Karamuk" userId="fcb69964e6f5f708" providerId="LiveId" clId="{002DFDBC-8F3C-4285-97E0-4206A2B9E695}" dt="2025-12-27T19:42:48.699" v="210" actId="26606"/>
          <pc:sldLayoutMkLst>
            <pc:docMk/>
            <pc:sldMasterMk cId="4002504794" sldId="2147483874"/>
            <pc:sldLayoutMk cId="2270797748" sldId="2147483872"/>
          </pc:sldLayoutMkLst>
        </pc:sldLayoutChg>
        <pc:sldLayoutChg chg="add del">
          <pc:chgData name="Semih Karamuk" userId="fcb69964e6f5f708" providerId="LiveId" clId="{002DFDBC-8F3C-4285-97E0-4206A2B9E695}" dt="2025-12-27T19:42:48.699" v="210" actId="26606"/>
          <pc:sldLayoutMkLst>
            <pc:docMk/>
            <pc:sldMasterMk cId="4002504794" sldId="2147483874"/>
            <pc:sldLayoutMk cId="907455469" sldId="2147483873"/>
          </pc:sldLayoutMkLst>
        </pc:sldLayoutChg>
      </pc:sldMasterChg>
      <pc:sldMasterChg chg="add addSldLayout">
        <pc:chgData name="Semih Karamuk" userId="fcb69964e6f5f708" providerId="LiveId" clId="{002DFDBC-8F3C-4285-97E0-4206A2B9E695}" dt="2025-12-27T19:43:11.118" v="217" actId="26606"/>
        <pc:sldMasterMkLst>
          <pc:docMk/>
          <pc:sldMasterMk cId="2658131004" sldId="2147483887"/>
        </pc:sldMasterMkLst>
        <pc:sldLayoutChg chg="add">
          <pc:chgData name="Semih Karamuk" userId="fcb69964e6f5f708" providerId="LiveId" clId="{002DFDBC-8F3C-4285-97E0-4206A2B9E695}" dt="2025-12-27T19:43:11.118" v="217" actId="26606"/>
          <pc:sldLayoutMkLst>
            <pc:docMk/>
            <pc:sldMasterMk cId="2658131004" sldId="2147483887"/>
            <pc:sldLayoutMk cId="354706174" sldId="2147483876"/>
          </pc:sldLayoutMkLst>
        </pc:sldLayoutChg>
        <pc:sldLayoutChg chg="add">
          <pc:chgData name="Semih Karamuk" userId="fcb69964e6f5f708" providerId="LiveId" clId="{002DFDBC-8F3C-4285-97E0-4206A2B9E695}" dt="2025-12-27T19:43:11.118" v="217" actId="26606"/>
          <pc:sldLayoutMkLst>
            <pc:docMk/>
            <pc:sldMasterMk cId="2658131004" sldId="2147483887"/>
            <pc:sldLayoutMk cId="782081398" sldId="2147483877"/>
          </pc:sldLayoutMkLst>
        </pc:sldLayoutChg>
        <pc:sldLayoutChg chg="add">
          <pc:chgData name="Semih Karamuk" userId="fcb69964e6f5f708" providerId="LiveId" clId="{002DFDBC-8F3C-4285-97E0-4206A2B9E695}" dt="2025-12-27T19:43:11.118" v="217" actId="26606"/>
          <pc:sldLayoutMkLst>
            <pc:docMk/>
            <pc:sldMasterMk cId="2658131004" sldId="2147483887"/>
            <pc:sldLayoutMk cId="552617463" sldId="2147483878"/>
          </pc:sldLayoutMkLst>
        </pc:sldLayoutChg>
        <pc:sldLayoutChg chg="add">
          <pc:chgData name="Semih Karamuk" userId="fcb69964e6f5f708" providerId="LiveId" clId="{002DFDBC-8F3C-4285-97E0-4206A2B9E695}" dt="2025-12-27T19:43:11.118" v="217" actId="26606"/>
          <pc:sldLayoutMkLst>
            <pc:docMk/>
            <pc:sldMasterMk cId="2658131004" sldId="2147483887"/>
            <pc:sldLayoutMk cId="3026505961" sldId="2147483879"/>
          </pc:sldLayoutMkLst>
        </pc:sldLayoutChg>
        <pc:sldLayoutChg chg="add">
          <pc:chgData name="Semih Karamuk" userId="fcb69964e6f5f708" providerId="LiveId" clId="{002DFDBC-8F3C-4285-97E0-4206A2B9E695}" dt="2025-12-27T19:43:11.118" v="217" actId="26606"/>
          <pc:sldLayoutMkLst>
            <pc:docMk/>
            <pc:sldMasterMk cId="2658131004" sldId="2147483887"/>
            <pc:sldLayoutMk cId="3627508030" sldId="2147483880"/>
          </pc:sldLayoutMkLst>
        </pc:sldLayoutChg>
        <pc:sldLayoutChg chg="add">
          <pc:chgData name="Semih Karamuk" userId="fcb69964e6f5f708" providerId="LiveId" clId="{002DFDBC-8F3C-4285-97E0-4206A2B9E695}" dt="2025-12-27T19:43:11.118" v="217" actId="26606"/>
          <pc:sldLayoutMkLst>
            <pc:docMk/>
            <pc:sldMasterMk cId="2658131004" sldId="2147483887"/>
            <pc:sldLayoutMk cId="1037835094" sldId="2147483881"/>
          </pc:sldLayoutMkLst>
        </pc:sldLayoutChg>
        <pc:sldLayoutChg chg="add">
          <pc:chgData name="Semih Karamuk" userId="fcb69964e6f5f708" providerId="LiveId" clId="{002DFDBC-8F3C-4285-97E0-4206A2B9E695}" dt="2025-12-27T19:43:11.118" v="217" actId="26606"/>
          <pc:sldLayoutMkLst>
            <pc:docMk/>
            <pc:sldMasterMk cId="2658131004" sldId="2147483887"/>
            <pc:sldLayoutMk cId="3629959710" sldId="2147483882"/>
          </pc:sldLayoutMkLst>
        </pc:sldLayoutChg>
        <pc:sldLayoutChg chg="add">
          <pc:chgData name="Semih Karamuk" userId="fcb69964e6f5f708" providerId="LiveId" clId="{002DFDBC-8F3C-4285-97E0-4206A2B9E695}" dt="2025-12-27T19:43:11.118" v="217" actId="26606"/>
          <pc:sldLayoutMkLst>
            <pc:docMk/>
            <pc:sldMasterMk cId="2658131004" sldId="2147483887"/>
            <pc:sldLayoutMk cId="1772858477" sldId="2147483883"/>
          </pc:sldLayoutMkLst>
        </pc:sldLayoutChg>
        <pc:sldLayoutChg chg="add">
          <pc:chgData name="Semih Karamuk" userId="fcb69964e6f5f708" providerId="LiveId" clId="{002DFDBC-8F3C-4285-97E0-4206A2B9E695}" dt="2025-12-27T19:43:11.118" v="217" actId="26606"/>
          <pc:sldLayoutMkLst>
            <pc:docMk/>
            <pc:sldMasterMk cId="2658131004" sldId="2147483887"/>
            <pc:sldLayoutMk cId="4137847691" sldId="2147483884"/>
          </pc:sldLayoutMkLst>
        </pc:sldLayoutChg>
        <pc:sldLayoutChg chg="add">
          <pc:chgData name="Semih Karamuk" userId="fcb69964e6f5f708" providerId="LiveId" clId="{002DFDBC-8F3C-4285-97E0-4206A2B9E695}" dt="2025-12-27T19:43:11.118" v="217" actId="26606"/>
          <pc:sldLayoutMkLst>
            <pc:docMk/>
            <pc:sldMasterMk cId="2658131004" sldId="2147483887"/>
            <pc:sldLayoutMk cId="2764298853" sldId="2147483885"/>
          </pc:sldLayoutMkLst>
        </pc:sldLayoutChg>
        <pc:sldLayoutChg chg="add">
          <pc:chgData name="Semih Karamuk" userId="fcb69964e6f5f708" providerId="LiveId" clId="{002DFDBC-8F3C-4285-97E0-4206A2B9E695}" dt="2025-12-27T19:43:11.118" v="217" actId="26606"/>
          <pc:sldLayoutMkLst>
            <pc:docMk/>
            <pc:sldMasterMk cId="2658131004" sldId="2147483887"/>
            <pc:sldLayoutMk cId="3744597352" sldId="2147483886"/>
          </pc:sldLayoutMkLst>
        </pc:sldLayoutChg>
      </pc:sldMasterChg>
      <pc:sldMasterChg chg="add del addSldLayout delSldLayout">
        <pc:chgData name="Semih Karamuk" userId="fcb69964e6f5f708" providerId="LiveId" clId="{002DFDBC-8F3C-4285-97E0-4206A2B9E695}" dt="2025-12-27T19:42:49.735" v="212" actId="26606"/>
        <pc:sldMasterMkLst>
          <pc:docMk/>
          <pc:sldMasterMk cId="663688537" sldId="2147483900"/>
        </pc:sldMasterMkLst>
        <pc:sldLayoutChg chg="add del">
          <pc:chgData name="Semih Karamuk" userId="fcb69964e6f5f708" providerId="LiveId" clId="{002DFDBC-8F3C-4285-97E0-4206A2B9E695}" dt="2025-12-27T19:42:49.735" v="212" actId="26606"/>
          <pc:sldLayoutMkLst>
            <pc:docMk/>
            <pc:sldMasterMk cId="663688537" sldId="2147483900"/>
            <pc:sldLayoutMk cId="3782472460" sldId="2147483889"/>
          </pc:sldLayoutMkLst>
        </pc:sldLayoutChg>
        <pc:sldLayoutChg chg="add del">
          <pc:chgData name="Semih Karamuk" userId="fcb69964e6f5f708" providerId="LiveId" clId="{002DFDBC-8F3C-4285-97E0-4206A2B9E695}" dt="2025-12-27T19:42:49.735" v="212" actId="26606"/>
          <pc:sldLayoutMkLst>
            <pc:docMk/>
            <pc:sldMasterMk cId="663688537" sldId="2147483900"/>
            <pc:sldLayoutMk cId="1148342359" sldId="2147483890"/>
          </pc:sldLayoutMkLst>
        </pc:sldLayoutChg>
        <pc:sldLayoutChg chg="add del">
          <pc:chgData name="Semih Karamuk" userId="fcb69964e6f5f708" providerId="LiveId" clId="{002DFDBC-8F3C-4285-97E0-4206A2B9E695}" dt="2025-12-27T19:42:49.735" v="212" actId="26606"/>
          <pc:sldLayoutMkLst>
            <pc:docMk/>
            <pc:sldMasterMk cId="663688537" sldId="2147483900"/>
            <pc:sldLayoutMk cId="3389241520" sldId="2147483891"/>
          </pc:sldLayoutMkLst>
        </pc:sldLayoutChg>
        <pc:sldLayoutChg chg="add del">
          <pc:chgData name="Semih Karamuk" userId="fcb69964e6f5f708" providerId="LiveId" clId="{002DFDBC-8F3C-4285-97E0-4206A2B9E695}" dt="2025-12-27T19:42:49.735" v="212" actId="26606"/>
          <pc:sldLayoutMkLst>
            <pc:docMk/>
            <pc:sldMasterMk cId="663688537" sldId="2147483900"/>
            <pc:sldLayoutMk cId="1444828647" sldId="2147483892"/>
          </pc:sldLayoutMkLst>
        </pc:sldLayoutChg>
        <pc:sldLayoutChg chg="add del">
          <pc:chgData name="Semih Karamuk" userId="fcb69964e6f5f708" providerId="LiveId" clId="{002DFDBC-8F3C-4285-97E0-4206A2B9E695}" dt="2025-12-27T19:42:49.735" v="212" actId="26606"/>
          <pc:sldLayoutMkLst>
            <pc:docMk/>
            <pc:sldMasterMk cId="663688537" sldId="2147483900"/>
            <pc:sldLayoutMk cId="3992796508" sldId="2147483893"/>
          </pc:sldLayoutMkLst>
        </pc:sldLayoutChg>
        <pc:sldLayoutChg chg="add del">
          <pc:chgData name="Semih Karamuk" userId="fcb69964e6f5f708" providerId="LiveId" clId="{002DFDBC-8F3C-4285-97E0-4206A2B9E695}" dt="2025-12-27T19:42:49.735" v="212" actId="26606"/>
          <pc:sldLayoutMkLst>
            <pc:docMk/>
            <pc:sldMasterMk cId="663688537" sldId="2147483900"/>
            <pc:sldLayoutMk cId="690924159" sldId="2147483894"/>
          </pc:sldLayoutMkLst>
        </pc:sldLayoutChg>
        <pc:sldLayoutChg chg="add del">
          <pc:chgData name="Semih Karamuk" userId="fcb69964e6f5f708" providerId="LiveId" clId="{002DFDBC-8F3C-4285-97E0-4206A2B9E695}" dt="2025-12-27T19:42:49.735" v="212" actId="26606"/>
          <pc:sldLayoutMkLst>
            <pc:docMk/>
            <pc:sldMasterMk cId="663688537" sldId="2147483900"/>
            <pc:sldLayoutMk cId="143631748" sldId="2147483895"/>
          </pc:sldLayoutMkLst>
        </pc:sldLayoutChg>
        <pc:sldLayoutChg chg="add del">
          <pc:chgData name="Semih Karamuk" userId="fcb69964e6f5f708" providerId="LiveId" clId="{002DFDBC-8F3C-4285-97E0-4206A2B9E695}" dt="2025-12-27T19:42:49.735" v="212" actId="26606"/>
          <pc:sldLayoutMkLst>
            <pc:docMk/>
            <pc:sldMasterMk cId="663688537" sldId="2147483900"/>
            <pc:sldLayoutMk cId="3686676284" sldId="2147483896"/>
          </pc:sldLayoutMkLst>
        </pc:sldLayoutChg>
        <pc:sldLayoutChg chg="add del">
          <pc:chgData name="Semih Karamuk" userId="fcb69964e6f5f708" providerId="LiveId" clId="{002DFDBC-8F3C-4285-97E0-4206A2B9E695}" dt="2025-12-27T19:42:49.735" v="212" actId="26606"/>
          <pc:sldLayoutMkLst>
            <pc:docMk/>
            <pc:sldMasterMk cId="663688537" sldId="2147483900"/>
            <pc:sldLayoutMk cId="3158976469" sldId="2147483897"/>
          </pc:sldLayoutMkLst>
        </pc:sldLayoutChg>
        <pc:sldLayoutChg chg="add del">
          <pc:chgData name="Semih Karamuk" userId="fcb69964e6f5f708" providerId="LiveId" clId="{002DFDBC-8F3C-4285-97E0-4206A2B9E695}" dt="2025-12-27T19:42:49.735" v="212" actId="26606"/>
          <pc:sldLayoutMkLst>
            <pc:docMk/>
            <pc:sldMasterMk cId="663688537" sldId="2147483900"/>
            <pc:sldLayoutMk cId="31527025" sldId="2147483898"/>
          </pc:sldLayoutMkLst>
        </pc:sldLayoutChg>
        <pc:sldLayoutChg chg="add del">
          <pc:chgData name="Semih Karamuk" userId="fcb69964e6f5f708" providerId="LiveId" clId="{002DFDBC-8F3C-4285-97E0-4206A2B9E695}" dt="2025-12-27T19:42:49.735" v="212" actId="26606"/>
          <pc:sldLayoutMkLst>
            <pc:docMk/>
            <pc:sldMasterMk cId="663688537" sldId="2147483900"/>
            <pc:sldLayoutMk cId="3599862192" sldId="2147483899"/>
          </pc:sldLayoutMkLst>
        </pc:sldLayoutChg>
      </pc:sldMasterChg>
      <pc:sldMasterChg chg="add del addSldLayout delSldLayout">
        <pc:chgData name="Semih Karamuk" userId="fcb69964e6f5f708" providerId="LiveId" clId="{002DFDBC-8F3C-4285-97E0-4206A2B9E695}" dt="2025-12-27T19:43:11.084" v="216" actId="26606"/>
        <pc:sldMasterMkLst>
          <pc:docMk/>
          <pc:sldMasterMk cId="2109729805" sldId="2147483913"/>
        </pc:sldMasterMkLst>
        <pc:sldLayoutChg chg="add del">
          <pc:chgData name="Semih Karamuk" userId="fcb69964e6f5f708" providerId="LiveId" clId="{002DFDBC-8F3C-4285-97E0-4206A2B9E695}" dt="2025-12-27T19:43:11.084" v="216" actId="26606"/>
          <pc:sldLayoutMkLst>
            <pc:docMk/>
            <pc:sldMasterMk cId="2109729805" sldId="2147483913"/>
            <pc:sldLayoutMk cId="3496007814" sldId="2147483902"/>
          </pc:sldLayoutMkLst>
        </pc:sldLayoutChg>
        <pc:sldLayoutChg chg="add del">
          <pc:chgData name="Semih Karamuk" userId="fcb69964e6f5f708" providerId="LiveId" clId="{002DFDBC-8F3C-4285-97E0-4206A2B9E695}" dt="2025-12-27T19:43:11.084" v="216" actId="26606"/>
          <pc:sldLayoutMkLst>
            <pc:docMk/>
            <pc:sldMasterMk cId="2109729805" sldId="2147483913"/>
            <pc:sldLayoutMk cId="4141365597" sldId="2147483903"/>
          </pc:sldLayoutMkLst>
        </pc:sldLayoutChg>
        <pc:sldLayoutChg chg="add del">
          <pc:chgData name="Semih Karamuk" userId="fcb69964e6f5f708" providerId="LiveId" clId="{002DFDBC-8F3C-4285-97E0-4206A2B9E695}" dt="2025-12-27T19:43:11.084" v="216" actId="26606"/>
          <pc:sldLayoutMkLst>
            <pc:docMk/>
            <pc:sldMasterMk cId="2109729805" sldId="2147483913"/>
            <pc:sldLayoutMk cId="17765443" sldId="2147483904"/>
          </pc:sldLayoutMkLst>
        </pc:sldLayoutChg>
        <pc:sldLayoutChg chg="add del">
          <pc:chgData name="Semih Karamuk" userId="fcb69964e6f5f708" providerId="LiveId" clId="{002DFDBC-8F3C-4285-97E0-4206A2B9E695}" dt="2025-12-27T19:43:11.084" v="216" actId="26606"/>
          <pc:sldLayoutMkLst>
            <pc:docMk/>
            <pc:sldMasterMk cId="2109729805" sldId="2147483913"/>
            <pc:sldLayoutMk cId="4250203889" sldId="2147483905"/>
          </pc:sldLayoutMkLst>
        </pc:sldLayoutChg>
        <pc:sldLayoutChg chg="add del">
          <pc:chgData name="Semih Karamuk" userId="fcb69964e6f5f708" providerId="LiveId" clId="{002DFDBC-8F3C-4285-97E0-4206A2B9E695}" dt="2025-12-27T19:43:11.084" v="216" actId="26606"/>
          <pc:sldLayoutMkLst>
            <pc:docMk/>
            <pc:sldMasterMk cId="2109729805" sldId="2147483913"/>
            <pc:sldLayoutMk cId="3100001366" sldId="2147483906"/>
          </pc:sldLayoutMkLst>
        </pc:sldLayoutChg>
        <pc:sldLayoutChg chg="add del">
          <pc:chgData name="Semih Karamuk" userId="fcb69964e6f5f708" providerId="LiveId" clId="{002DFDBC-8F3C-4285-97E0-4206A2B9E695}" dt="2025-12-27T19:43:11.084" v="216" actId="26606"/>
          <pc:sldLayoutMkLst>
            <pc:docMk/>
            <pc:sldMasterMk cId="2109729805" sldId="2147483913"/>
            <pc:sldLayoutMk cId="3012666011" sldId="2147483907"/>
          </pc:sldLayoutMkLst>
        </pc:sldLayoutChg>
        <pc:sldLayoutChg chg="add del">
          <pc:chgData name="Semih Karamuk" userId="fcb69964e6f5f708" providerId="LiveId" clId="{002DFDBC-8F3C-4285-97E0-4206A2B9E695}" dt="2025-12-27T19:43:11.084" v="216" actId="26606"/>
          <pc:sldLayoutMkLst>
            <pc:docMk/>
            <pc:sldMasterMk cId="2109729805" sldId="2147483913"/>
            <pc:sldLayoutMk cId="204590539" sldId="2147483908"/>
          </pc:sldLayoutMkLst>
        </pc:sldLayoutChg>
        <pc:sldLayoutChg chg="add del">
          <pc:chgData name="Semih Karamuk" userId="fcb69964e6f5f708" providerId="LiveId" clId="{002DFDBC-8F3C-4285-97E0-4206A2B9E695}" dt="2025-12-27T19:43:11.084" v="216" actId="26606"/>
          <pc:sldLayoutMkLst>
            <pc:docMk/>
            <pc:sldMasterMk cId="2109729805" sldId="2147483913"/>
            <pc:sldLayoutMk cId="2288831860" sldId="2147483909"/>
          </pc:sldLayoutMkLst>
        </pc:sldLayoutChg>
        <pc:sldLayoutChg chg="add del">
          <pc:chgData name="Semih Karamuk" userId="fcb69964e6f5f708" providerId="LiveId" clId="{002DFDBC-8F3C-4285-97E0-4206A2B9E695}" dt="2025-12-27T19:43:11.084" v="216" actId="26606"/>
          <pc:sldLayoutMkLst>
            <pc:docMk/>
            <pc:sldMasterMk cId="2109729805" sldId="2147483913"/>
            <pc:sldLayoutMk cId="3651951455" sldId="2147483910"/>
          </pc:sldLayoutMkLst>
        </pc:sldLayoutChg>
        <pc:sldLayoutChg chg="add del">
          <pc:chgData name="Semih Karamuk" userId="fcb69964e6f5f708" providerId="LiveId" clId="{002DFDBC-8F3C-4285-97E0-4206A2B9E695}" dt="2025-12-27T19:43:11.084" v="216" actId="26606"/>
          <pc:sldLayoutMkLst>
            <pc:docMk/>
            <pc:sldMasterMk cId="2109729805" sldId="2147483913"/>
            <pc:sldLayoutMk cId="2533651326" sldId="2147483911"/>
          </pc:sldLayoutMkLst>
        </pc:sldLayoutChg>
        <pc:sldLayoutChg chg="add del">
          <pc:chgData name="Semih Karamuk" userId="fcb69964e6f5f708" providerId="LiveId" clId="{002DFDBC-8F3C-4285-97E0-4206A2B9E695}" dt="2025-12-27T19:43:11.084" v="216" actId="26606"/>
          <pc:sldLayoutMkLst>
            <pc:docMk/>
            <pc:sldMasterMk cId="2109729805" sldId="2147483913"/>
            <pc:sldLayoutMk cId="3072211453" sldId="2147483912"/>
          </pc:sldLayoutMkLst>
        </pc:sldLayoutChg>
      </pc:sldMasterChg>
      <pc:sldMasterChg chg="add del addSldLayout delSldLayout">
        <pc:chgData name="Semih Karamuk" userId="fcb69964e6f5f708" providerId="LiveId" clId="{002DFDBC-8F3C-4285-97E0-4206A2B9E695}" dt="2025-12-27T19:42:58.466" v="214" actId="26606"/>
        <pc:sldMasterMkLst>
          <pc:docMk/>
          <pc:sldMasterMk cId="4275931894" sldId="2147483913"/>
        </pc:sldMasterMkLst>
        <pc:sldLayoutChg chg="add del">
          <pc:chgData name="Semih Karamuk" userId="fcb69964e6f5f708" providerId="LiveId" clId="{002DFDBC-8F3C-4285-97E0-4206A2B9E695}" dt="2025-12-27T19:42:58.466" v="214" actId="26606"/>
          <pc:sldLayoutMkLst>
            <pc:docMk/>
            <pc:sldMasterMk cId="4275931894" sldId="2147483913"/>
            <pc:sldLayoutMk cId="1862058288" sldId="2147483902"/>
          </pc:sldLayoutMkLst>
        </pc:sldLayoutChg>
        <pc:sldLayoutChg chg="add del">
          <pc:chgData name="Semih Karamuk" userId="fcb69964e6f5f708" providerId="LiveId" clId="{002DFDBC-8F3C-4285-97E0-4206A2B9E695}" dt="2025-12-27T19:42:58.466" v="214" actId="26606"/>
          <pc:sldLayoutMkLst>
            <pc:docMk/>
            <pc:sldMasterMk cId="4275931894" sldId="2147483913"/>
            <pc:sldLayoutMk cId="1773081337" sldId="2147483903"/>
          </pc:sldLayoutMkLst>
        </pc:sldLayoutChg>
        <pc:sldLayoutChg chg="add del">
          <pc:chgData name="Semih Karamuk" userId="fcb69964e6f5f708" providerId="LiveId" clId="{002DFDBC-8F3C-4285-97E0-4206A2B9E695}" dt="2025-12-27T19:42:58.466" v="214" actId="26606"/>
          <pc:sldLayoutMkLst>
            <pc:docMk/>
            <pc:sldMasterMk cId="4275931894" sldId="2147483913"/>
            <pc:sldLayoutMk cId="3261233101" sldId="2147483904"/>
          </pc:sldLayoutMkLst>
        </pc:sldLayoutChg>
        <pc:sldLayoutChg chg="add del">
          <pc:chgData name="Semih Karamuk" userId="fcb69964e6f5f708" providerId="LiveId" clId="{002DFDBC-8F3C-4285-97E0-4206A2B9E695}" dt="2025-12-27T19:42:58.466" v="214" actId="26606"/>
          <pc:sldLayoutMkLst>
            <pc:docMk/>
            <pc:sldMasterMk cId="4275931894" sldId="2147483913"/>
            <pc:sldLayoutMk cId="1504362395" sldId="2147483905"/>
          </pc:sldLayoutMkLst>
        </pc:sldLayoutChg>
        <pc:sldLayoutChg chg="add del">
          <pc:chgData name="Semih Karamuk" userId="fcb69964e6f5f708" providerId="LiveId" clId="{002DFDBC-8F3C-4285-97E0-4206A2B9E695}" dt="2025-12-27T19:42:58.466" v="214" actId="26606"/>
          <pc:sldLayoutMkLst>
            <pc:docMk/>
            <pc:sldMasterMk cId="4275931894" sldId="2147483913"/>
            <pc:sldLayoutMk cId="1793449112" sldId="2147483906"/>
          </pc:sldLayoutMkLst>
        </pc:sldLayoutChg>
        <pc:sldLayoutChg chg="add del">
          <pc:chgData name="Semih Karamuk" userId="fcb69964e6f5f708" providerId="LiveId" clId="{002DFDBC-8F3C-4285-97E0-4206A2B9E695}" dt="2025-12-27T19:42:58.466" v="214" actId="26606"/>
          <pc:sldLayoutMkLst>
            <pc:docMk/>
            <pc:sldMasterMk cId="4275931894" sldId="2147483913"/>
            <pc:sldLayoutMk cId="1566483040" sldId="2147483907"/>
          </pc:sldLayoutMkLst>
        </pc:sldLayoutChg>
        <pc:sldLayoutChg chg="add del">
          <pc:chgData name="Semih Karamuk" userId="fcb69964e6f5f708" providerId="LiveId" clId="{002DFDBC-8F3C-4285-97E0-4206A2B9E695}" dt="2025-12-27T19:42:58.466" v="214" actId="26606"/>
          <pc:sldLayoutMkLst>
            <pc:docMk/>
            <pc:sldMasterMk cId="4275931894" sldId="2147483913"/>
            <pc:sldLayoutMk cId="673769633" sldId="2147483908"/>
          </pc:sldLayoutMkLst>
        </pc:sldLayoutChg>
        <pc:sldLayoutChg chg="add del">
          <pc:chgData name="Semih Karamuk" userId="fcb69964e6f5f708" providerId="LiveId" clId="{002DFDBC-8F3C-4285-97E0-4206A2B9E695}" dt="2025-12-27T19:42:58.466" v="214" actId="26606"/>
          <pc:sldLayoutMkLst>
            <pc:docMk/>
            <pc:sldMasterMk cId="4275931894" sldId="2147483913"/>
            <pc:sldLayoutMk cId="4121455170" sldId="2147483909"/>
          </pc:sldLayoutMkLst>
        </pc:sldLayoutChg>
        <pc:sldLayoutChg chg="add del">
          <pc:chgData name="Semih Karamuk" userId="fcb69964e6f5f708" providerId="LiveId" clId="{002DFDBC-8F3C-4285-97E0-4206A2B9E695}" dt="2025-12-27T19:42:58.466" v="214" actId="26606"/>
          <pc:sldLayoutMkLst>
            <pc:docMk/>
            <pc:sldMasterMk cId="4275931894" sldId="2147483913"/>
            <pc:sldLayoutMk cId="2349574142" sldId="2147483910"/>
          </pc:sldLayoutMkLst>
        </pc:sldLayoutChg>
        <pc:sldLayoutChg chg="add del">
          <pc:chgData name="Semih Karamuk" userId="fcb69964e6f5f708" providerId="LiveId" clId="{002DFDBC-8F3C-4285-97E0-4206A2B9E695}" dt="2025-12-27T19:42:58.466" v="214" actId="26606"/>
          <pc:sldLayoutMkLst>
            <pc:docMk/>
            <pc:sldMasterMk cId="4275931894" sldId="2147483913"/>
            <pc:sldLayoutMk cId="2275280937" sldId="2147483911"/>
          </pc:sldLayoutMkLst>
        </pc:sldLayoutChg>
        <pc:sldLayoutChg chg="add del">
          <pc:chgData name="Semih Karamuk" userId="fcb69964e6f5f708" providerId="LiveId" clId="{002DFDBC-8F3C-4285-97E0-4206A2B9E695}" dt="2025-12-27T19:42:58.466" v="214" actId="26606"/>
          <pc:sldLayoutMkLst>
            <pc:docMk/>
            <pc:sldMasterMk cId="4275931894" sldId="2147483913"/>
            <pc:sldLayoutMk cId="2303958034" sldId="2147483912"/>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tr-TR"/>
              <a:t>Asıl başlık stilini düzenlemek için tıklayın</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B32DFD30-2122-4F4A-97B4-D0A849E36C5F}" type="datetime1">
              <a:rPr lang="en-US" smtClean="0"/>
              <a:t>12/27/2025</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r>
              <a:rPr lang="en-US"/>
              <a:t>Sample Footer Text</a:t>
            </a:r>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DFA5D71E-5CDF-4C93-8A75-5B916FDC5BEA}" type="slidenum">
              <a:rPr lang="en-US" smtClean="0"/>
              <a:pPr/>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4361461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B32DFD30-2122-4F4A-97B4-D0A849E36C5F}" type="datetime1">
              <a:rPr lang="en-US" smtClean="0"/>
              <a:t>12/27/2025</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DFA5D71E-5CDF-4C93-8A75-5B916FDC5BEA}" type="slidenum">
              <a:rPr lang="en-US" smtClean="0"/>
              <a:pPr/>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1241606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B32DFD30-2122-4F4A-97B4-D0A849E36C5F}" type="datetime1">
              <a:rPr lang="en-US" smtClean="0"/>
              <a:t>12/27/2025</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DFA5D71E-5CDF-4C93-8A75-5B916FDC5BEA}" type="slidenum">
              <a:rPr lang="en-US" smtClean="0"/>
              <a:pPr/>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1924405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B32DFD30-2122-4F4A-97B4-D0A849E36C5F}" type="datetime1">
              <a:rPr lang="en-US" smtClean="0"/>
              <a:t>12/27/2025</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DFA5D71E-5CDF-4C93-8A75-5B916FDC5BEA}" type="slidenum">
              <a:rPr lang="en-US" smtClean="0"/>
              <a:pPr/>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0046472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447191" y="2824269"/>
            <a:ext cx="4645152" cy="2644457"/>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412362" y="2821491"/>
            <a:ext cx="4645152" cy="2637371"/>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B32DFD30-2122-4F4A-97B4-D0A849E36C5F}" type="datetime1">
              <a:rPr lang="en-US" smtClean="0"/>
              <a:t>12/27/2025</a:t>
            </a:fld>
            <a:endParaRPr lang="en-US" dirty="0"/>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9" name="Slide Number Placeholder 8"/>
          <p:cNvSpPr>
            <a:spLocks noGrp="1"/>
          </p:cNvSpPr>
          <p:nvPr>
            <p:ph type="sldNum" sz="quarter" idx="12"/>
          </p:nvPr>
        </p:nvSpPr>
        <p:spPr/>
        <p:txBody>
          <a:bodyPr/>
          <a:lstStyle/>
          <a:p>
            <a:fld id="{DFA5D71E-5CDF-4C93-8A75-5B916FDC5BEA}" type="slidenum">
              <a:rPr lang="en-US" smtClean="0"/>
              <a:pPr/>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4099566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B32DFD30-2122-4F4A-97B4-D0A849E36C5F}" type="datetime1">
              <a:rPr lang="en-US" smtClean="0"/>
              <a:t>12/27/2025</a:t>
            </a:fld>
            <a:endParaRPr lang="en-US" dirty="0"/>
          </a:p>
        </p:txBody>
      </p:sp>
      <p:sp>
        <p:nvSpPr>
          <p:cNvPr id="4" name="Footer Placeholder 3"/>
          <p:cNvSpPr>
            <a:spLocks noGrp="1"/>
          </p:cNvSpPr>
          <p:nvPr>
            <p:ph type="ftr" sz="quarter" idx="11"/>
          </p:nvPr>
        </p:nvSpPr>
        <p:spPr/>
        <p:txBody>
          <a:bodyPr/>
          <a:lstStyle/>
          <a:p>
            <a:r>
              <a:rPr lang="en-US"/>
              <a:t>Sample Footer Text</a:t>
            </a:r>
            <a:endParaRPr lang="en-US" dirty="0"/>
          </a:p>
        </p:txBody>
      </p:sp>
      <p:sp>
        <p:nvSpPr>
          <p:cNvPr id="5" name="Slide Number Placeholder 4"/>
          <p:cNvSpPr>
            <a:spLocks noGrp="1"/>
          </p:cNvSpPr>
          <p:nvPr>
            <p:ph type="sldNum" sz="quarter" idx="12"/>
          </p:nvPr>
        </p:nvSpPr>
        <p:spPr/>
        <p:txBody>
          <a:bodyPr/>
          <a:lstStyle/>
          <a:p>
            <a:fld id="{DFA5D71E-5CDF-4C93-8A75-5B916FDC5BEA}" type="slidenum">
              <a:rPr lang="en-US" smtClean="0"/>
              <a:pPr/>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4957997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2DFD30-2122-4F4A-97B4-D0A849E36C5F}" type="datetime1">
              <a:rPr lang="en-US" smtClean="0"/>
              <a:t>12/27/2025</a:t>
            </a:fld>
            <a:endParaRPr lang="en-US" dirty="0"/>
          </a:p>
        </p:txBody>
      </p:sp>
      <p:sp>
        <p:nvSpPr>
          <p:cNvPr id="3" name="Footer Placeholder 2"/>
          <p:cNvSpPr>
            <a:spLocks noGrp="1"/>
          </p:cNvSpPr>
          <p:nvPr>
            <p:ph type="ftr" sz="quarter" idx="11"/>
          </p:nvPr>
        </p:nvSpPr>
        <p:spPr/>
        <p:txBody>
          <a:bodyPr/>
          <a:lstStyle/>
          <a:p>
            <a:r>
              <a:rPr lang="en-US"/>
              <a:t>Sample Footer Text</a:t>
            </a:r>
            <a:endParaRPr lang="en-US" dirty="0"/>
          </a:p>
        </p:txBody>
      </p:sp>
      <p:sp>
        <p:nvSpPr>
          <p:cNvPr id="4" name="Slide Number Placeholder 3"/>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116098872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tr-TR"/>
              <a:t>Asıl başlık stilini düzenlemek için tıklayın</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B32DFD30-2122-4F4A-97B4-D0A849E36C5F}" type="datetime1">
              <a:rPr lang="en-US" smtClean="0"/>
              <a:t>12/27/2025</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DFA5D71E-5CDF-4C93-8A75-5B916FDC5BEA}" type="slidenum">
              <a:rPr lang="en-US" smtClean="0"/>
              <a:pPr/>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8249723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B32DFD30-2122-4F4A-97B4-D0A849E36C5F}" type="datetime1">
              <a:rPr lang="en-US" smtClean="0"/>
              <a:t>12/27/2025</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DFA5D71E-5CDF-4C93-8A75-5B916FDC5BEA}" type="slidenum">
              <a:rPr lang="en-US" smtClean="0"/>
              <a:pPr/>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2823990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B32DFD30-2122-4F4A-97B4-D0A849E36C5F}" type="datetime1">
              <a:rPr lang="en-US" smtClean="0"/>
              <a:t>12/27/2025</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DFA5D71E-5CDF-4C93-8A75-5B916FDC5BEA}" type="slidenum">
              <a:rPr lang="en-US" smtClean="0"/>
              <a:pPr/>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717395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B32DFD30-2122-4F4A-97B4-D0A849E36C5F}" type="datetime1">
              <a:rPr lang="en-US" smtClean="0"/>
              <a:t>12/27/2025</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DFA5D71E-5CDF-4C93-8A75-5B916FDC5BEA}" type="slidenum">
              <a:rPr lang="en-US" smtClean="0"/>
              <a:pPr/>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9837368"/>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B32DFD30-2122-4F4A-97B4-D0A849E36C5F}" type="datetime1">
              <a:rPr lang="en-US" smtClean="0"/>
              <a:t>12/27/2025</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Sample Footer Text</a:t>
            </a:r>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DFA5D71E-5CDF-4C93-8A75-5B916FDC5BEA}" type="slidenum">
              <a:rPr lang="en-US" smtClean="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7508112"/>
      </p:ext>
    </p:extLst>
  </p:cSld>
  <p:clrMap bg1="lt1" tx1="dk1" bg2="lt2" tx2="dk2" accent1="accent1" accent2="accent2" accent3="accent3" accent4="accent4" accent5="accent5" accent6="accent6" hlink="hlink" folHlink="folHlink"/>
  <p:sldLayoutIdLst>
    <p:sldLayoutId id="2147484014" r:id="rId1"/>
    <p:sldLayoutId id="2147484015" r:id="rId2"/>
    <p:sldLayoutId id="2147484016" r:id="rId3"/>
    <p:sldLayoutId id="2147484017" r:id="rId4"/>
    <p:sldLayoutId id="2147484018" r:id="rId5"/>
    <p:sldLayoutId id="2147484019" r:id="rId6"/>
    <p:sldLayoutId id="2147484020" r:id="rId7"/>
    <p:sldLayoutId id="2147484021" r:id="rId8"/>
    <p:sldLayoutId id="2147484022" r:id="rId9"/>
    <p:sldLayoutId id="2147484023" r:id="rId10"/>
    <p:sldLayoutId id="2147484024" r:id="rId11"/>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pic>
        <p:nvPicPr>
          <p:cNvPr id="12" name="Picture 10">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6" name="Straight Connector 12">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28" name="Straight Connector 14">
            <a:extLst>
              <a:ext uri="{FF2B5EF4-FFF2-40B4-BE49-F238E27FC236}">
                <a16:creationId xmlns:a16="http://schemas.microsoft.com/office/drawing/2014/main" id="{C9D4B225-18E9-4C5B-94D8-2ABE6D161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4" name="Resim 3" descr="Üretimde Yapay Zeka ile Kalite Kontrol – Dataguess">
            <a:extLst>
              <a:ext uri="{FF2B5EF4-FFF2-40B4-BE49-F238E27FC236}">
                <a16:creationId xmlns:a16="http://schemas.microsoft.com/office/drawing/2014/main" id="{01C315F7-2E5E-92FE-9C68-8C363E03EBA6}"/>
              </a:ext>
            </a:extLst>
          </p:cNvPr>
          <p:cNvPicPr>
            <a:picLocks noChangeAspect="1"/>
          </p:cNvPicPr>
          <p:nvPr/>
        </p:nvPicPr>
        <p:blipFill>
          <a:blip r:embed="rId3"/>
          <a:srcRect t="9091" r="9093"/>
          <a:stretch>
            <a:fillRect/>
          </a:stretch>
        </p:blipFill>
        <p:spPr>
          <a:xfrm>
            <a:off x="2" y="10"/>
            <a:ext cx="12191695" cy="6857990"/>
          </a:xfrm>
          <a:prstGeom prst="rect">
            <a:avLst/>
          </a:prstGeom>
        </p:spPr>
      </p:pic>
      <p:sp>
        <p:nvSpPr>
          <p:cNvPr id="17" name="Rectangle 16">
            <a:extLst>
              <a:ext uri="{FF2B5EF4-FFF2-40B4-BE49-F238E27FC236}">
                <a16:creationId xmlns:a16="http://schemas.microsoft.com/office/drawing/2014/main" id="{F2AF0D79-4A1A-4F27-B9F0-CF252C4AC9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8" y="636753"/>
            <a:ext cx="8299435" cy="5572810"/>
          </a:xfrm>
          <a:prstGeom prst="rect">
            <a:avLst/>
          </a:prstGeom>
          <a:solidFill>
            <a:srgbClr val="000001">
              <a:alpha val="7490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2A8CBF0-E047-173F-E43D-40ABA5503B02}"/>
              </a:ext>
            </a:extLst>
          </p:cNvPr>
          <p:cNvSpPr>
            <a:spLocks noGrp="1"/>
          </p:cNvSpPr>
          <p:nvPr>
            <p:ph type="ctrTitle"/>
          </p:nvPr>
        </p:nvSpPr>
        <p:spPr>
          <a:xfrm>
            <a:off x="1304017" y="804520"/>
            <a:ext cx="6815731" cy="1049235"/>
          </a:xfrm>
        </p:spPr>
        <p:txBody>
          <a:bodyPr vert="horz" lIns="91440" tIns="45720" rIns="91440" bIns="45720" rtlCol="0" anchor="t" anchorCtr="0">
            <a:normAutofit/>
          </a:bodyPr>
          <a:lstStyle/>
          <a:p>
            <a:r>
              <a:rPr lang="en-US" sz="3200" dirty="0" err="1">
                <a:solidFill>
                  <a:srgbClr val="FFFFFE"/>
                </a:solidFill>
              </a:rPr>
              <a:t>Endüstriyel</a:t>
            </a:r>
            <a:r>
              <a:rPr lang="en-US" sz="3200" dirty="0">
                <a:solidFill>
                  <a:srgbClr val="FFFFFE"/>
                </a:solidFill>
              </a:rPr>
              <a:t> </a:t>
            </a:r>
            <a:r>
              <a:rPr lang="tr-TR" sz="3200" dirty="0">
                <a:solidFill>
                  <a:srgbClr val="FFFFFE"/>
                </a:solidFill>
              </a:rPr>
              <a:t>KALİTE</a:t>
            </a:r>
            <a:r>
              <a:rPr lang="en-US" sz="3200" dirty="0">
                <a:solidFill>
                  <a:srgbClr val="FFFFFE"/>
                </a:solidFill>
              </a:rPr>
              <a:t> </a:t>
            </a:r>
            <a:r>
              <a:rPr lang="en-US" sz="3200" dirty="0" err="1">
                <a:solidFill>
                  <a:srgbClr val="FFFFFE"/>
                </a:solidFill>
              </a:rPr>
              <a:t>Kontrolde</a:t>
            </a:r>
            <a:r>
              <a:rPr lang="en-US" sz="3200" dirty="0">
                <a:solidFill>
                  <a:srgbClr val="FFFFFE"/>
                </a:solidFill>
              </a:rPr>
              <a:t> </a:t>
            </a:r>
            <a:r>
              <a:rPr lang="en-US" sz="3200" dirty="0" err="1">
                <a:solidFill>
                  <a:srgbClr val="FFFFFE"/>
                </a:solidFill>
              </a:rPr>
              <a:t>Yüzey</a:t>
            </a:r>
            <a:r>
              <a:rPr lang="en-US" sz="3200" dirty="0">
                <a:solidFill>
                  <a:srgbClr val="FFFFFE"/>
                </a:solidFill>
              </a:rPr>
              <a:t> </a:t>
            </a:r>
            <a:r>
              <a:rPr lang="en-US" sz="3200" dirty="0" err="1">
                <a:solidFill>
                  <a:srgbClr val="FFFFFE"/>
                </a:solidFill>
              </a:rPr>
              <a:t>Hatası</a:t>
            </a:r>
            <a:r>
              <a:rPr lang="en-US" sz="3200" dirty="0">
                <a:solidFill>
                  <a:srgbClr val="FFFFFE"/>
                </a:solidFill>
              </a:rPr>
              <a:t> </a:t>
            </a:r>
            <a:r>
              <a:rPr lang="tr-TR" sz="3200" dirty="0">
                <a:solidFill>
                  <a:srgbClr val="FFFFFE"/>
                </a:solidFill>
              </a:rPr>
              <a:t>TESPİTİ</a:t>
            </a:r>
            <a:endParaRPr lang="en-US" sz="3200" dirty="0">
              <a:solidFill>
                <a:srgbClr val="FFFFFE"/>
              </a:solidFill>
            </a:endParaRPr>
          </a:p>
        </p:txBody>
      </p:sp>
      <p:cxnSp>
        <p:nvCxnSpPr>
          <p:cNvPr id="29" name="Straight Connector 18">
            <a:extLst>
              <a:ext uri="{FF2B5EF4-FFF2-40B4-BE49-F238E27FC236}">
                <a16:creationId xmlns:a16="http://schemas.microsoft.com/office/drawing/2014/main" id="{8E83266B-97F8-4AB9-818F-3A70E8D858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6385" y="1847088"/>
            <a:ext cx="6813363" cy="0"/>
          </a:xfrm>
          <a:prstGeom prst="line">
            <a:avLst/>
          </a:prstGeom>
          <a:ln w="31750">
            <a:solidFill>
              <a:srgbClr val="ECB055"/>
            </a:solidFill>
          </a:ln>
        </p:spPr>
        <p:style>
          <a:lnRef idx="3">
            <a:schemeClr val="accent1"/>
          </a:lnRef>
          <a:fillRef idx="0">
            <a:schemeClr val="accent1"/>
          </a:fillRef>
          <a:effectRef idx="2">
            <a:schemeClr val="accent1"/>
          </a:effectRef>
          <a:fontRef idx="minor">
            <a:schemeClr val="tx1"/>
          </a:fontRef>
        </p:style>
      </p:cxnSp>
      <p:sp>
        <p:nvSpPr>
          <p:cNvPr id="3" name="Alt Başlık 2">
            <a:extLst>
              <a:ext uri="{FF2B5EF4-FFF2-40B4-BE49-F238E27FC236}">
                <a16:creationId xmlns:a16="http://schemas.microsoft.com/office/drawing/2014/main" id="{9A48B404-D88A-00CE-92B1-67516ACE215F}"/>
              </a:ext>
            </a:extLst>
          </p:cNvPr>
          <p:cNvSpPr>
            <a:spLocks noGrp="1"/>
          </p:cNvSpPr>
          <p:nvPr>
            <p:ph type="subTitle" idx="1"/>
          </p:nvPr>
        </p:nvSpPr>
        <p:spPr>
          <a:xfrm>
            <a:off x="1304017" y="2015733"/>
            <a:ext cx="6815731" cy="4021267"/>
          </a:xfrm>
        </p:spPr>
        <p:txBody>
          <a:bodyPr vert="horz" lIns="91440" tIns="45720" rIns="91440" bIns="45720" rtlCol="0" anchor="t">
            <a:normAutofit/>
          </a:bodyPr>
          <a:lstStyle/>
          <a:p>
            <a:pPr indent="-228600">
              <a:buClr>
                <a:srgbClr val="ECB055"/>
              </a:buClr>
              <a:buFont typeface="Arial" panose="020B0604020202020204" pitchFamily="34" charset="0"/>
              <a:buChar char="•"/>
            </a:pPr>
            <a:r>
              <a:rPr lang="en-US">
                <a:solidFill>
                  <a:srgbClr val="FFFFFE"/>
                </a:solidFill>
              </a:rPr>
              <a:t>Semih Karamuk Endüstri Mühendisliği</a:t>
            </a:r>
          </a:p>
          <a:p>
            <a:pPr indent="-228600">
              <a:buClr>
                <a:srgbClr val="ECB055"/>
              </a:buClr>
              <a:buFont typeface="Arial" panose="020B0604020202020204" pitchFamily="34" charset="0"/>
              <a:buChar char="•"/>
            </a:pPr>
            <a:r>
              <a:rPr lang="en-US">
                <a:solidFill>
                  <a:srgbClr val="FFFFFE"/>
                </a:solidFill>
              </a:rPr>
              <a:t>Zeynep Yamanoğlu Endüstri Mühendisliği</a:t>
            </a:r>
          </a:p>
          <a:p>
            <a:pPr indent="-228600">
              <a:buClr>
                <a:srgbClr val="ECB055"/>
              </a:buClr>
              <a:buFont typeface="Arial" panose="020B0604020202020204" pitchFamily="34" charset="0"/>
              <a:buChar char="•"/>
            </a:pPr>
            <a:r>
              <a:rPr lang="en-US">
                <a:solidFill>
                  <a:srgbClr val="FFFFFE"/>
                </a:solidFill>
              </a:rPr>
              <a:t>Fatih Erol Endüstri Mühendisliği</a:t>
            </a:r>
          </a:p>
          <a:p>
            <a:pPr indent="-228600">
              <a:buClr>
                <a:srgbClr val="ECB055"/>
              </a:buClr>
              <a:buFont typeface="Arial" panose="020B0604020202020204" pitchFamily="34" charset="0"/>
              <a:buChar char="•"/>
            </a:pPr>
            <a:endParaRPr lang="en-US">
              <a:solidFill>
                <a:srgbClr val="FFFFFE"/>
              </a:solidFill>
            </a:endParaRPr>
          </a:p>
        </p:txBody>
      </p:sp>
    </p:spTree>
    <p:extLst>
      <p:ext uri="{BB962C8B-B14F-4D97-AF65-F5344CB8AC3E}">
        <p14:creationId xmlns:p14="http://schemas.microsoft.com/office/powerpoint/2010/main" val="950740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AAA90A4-DE27-9ECB-634A-B6687294DAC6}"/>
              </a:ext>
            </a:extLst>
          </p:cNvPr>
          <p:cNvSpPr>
            <a:spLocks noGrp="1"/>
          </p:cNvSpPr>
          <p:nvPr>
            <p:ph type="title"/>
          </p:nvPr>
        </p:nvSpPr>
        <p:spPr>
          <a:xfrm>
            <a:off x="457199" y="566490"/>
            <a:ext cx="11238347" cy="1502704"/>
          </a:xfrm>
        </p:spPr>
        <p:txBody>
          <a:bodyPr anchor="ctr">
            <a:normAutofit/>
          </a:bodyPr>
          <a:lstStyle/>
          <a:p>
            <a:r>
              <a:rPr lang="tr-TR" dirty="0"/>
              <a:t>Problem Tanımı</a:t>
            </a:r>
          </a:p>
        </p:txBody>
      </p:sp>
      <p:sp>
        <p:nvSpPr>
          <p:cNvPr id="3" name="İçerik Yer Tutucusu 2">
            <a:extLst>
              <a:ext uri="{FF2B5EF4-FFF2-40B4-BE49-F238E27FC236}">
                <a16:creationId xmlns:a16="http://schemas.microsoft.com/office/drawing/2014/main" id="{8B4AE03F-C733-137C-6D33-D15658E87B84}"/>
              </a:ext>
            </a:extLst>
          </p:cNvPr>
          <p:cNvSpPr>
            <a:spLocks noGrp="1"/>
          </p:cNvSpPr>
          <p:nvPr>
            <p:ph idx="1"/>
          </p:nvPr>
        </p:nvSpPr>
        <p:spPr>
          <a:xfrm>
            <a:off x="457199" y="2069194"/>
            <a:ext cx="5470879" cy="4005510"/>
          </a:xfrm>
        </p:spPr>
        <p:txBody>
          <a:bodyPr anchor="t">
            <a:normAutofit lnSpcReduction="10000"/>
          </a:bodyPr>
          <a:lstStyle/>
          <a:p>
            <a:pPr marL="0" indent="0">
              <a:buNone/>
            </a:pPr>
            <a:r>
              <a:rPr lang="tr-TR" sz="1100" dirty="0"/>
              <a:t> Endüstriyel üretim süreçlerinde metal ve sac parçalarda oluşan yüzey hataları, ürün kalitesini ve müşteri memnuniyetini doğrudan etkilemektedir.</a:t>
            </a:r>
            <a:br>
              <a:rPr lang="tr-TR" sz="1100" dirty="0"/>
            </a:br>
            <a:r>
              <a:rPr lang="tr-TR" sz="1100" dirty="0"/>
              <a:t>Bu tür yüzey hataları; çizik, ezik, deformasyon, yüzey bozukluğu veya üretim kaynaklı düzensizlikler şeklinde ortaya çıkabilmektedir.</a:t>
            </a:r>
          </a:p>
          <a:p>
            <a:pPr marL="0" indent="0">
              <a:buNone/>
            </a:pPr>
            <a:r>
              <a:rPr lang="tr-TR" sz="1100" dirty="0"/>
              <a:t>Günümüzde bu kontroller çoğunlukla insan gözüyle yapılmaktadır. Ancak manuel kalite kontrol süreçleri;</a:t>
            </a:r>
          </a:p>
          <a:p>
            <a:r>
              <a:rPr lang="tr-TR" sz="1100" dirty="0"/>
              <a:t>Operatör yorgunluğuna</a:t>
            </a:r>
          </a:p>
          <a:p>
            <a:r>
              <a:rPr lang="tr-TR" sz="1100" dirty="0"/>
              <a:t>Kişiden kişiye değişen değerlendirmelere</a:t>
            </a:r>
          </a:p>
          <a:p>
            <a:r>
              <a:rPr lang="tr-TR" sz="1100" dirty="0"/>
              <a:t>Zaman kaybına ve düşük tekrarlanabilirliğe neden olmaktadır.</a:t>
            </a:r>
          </a:p>
          <a:p>
            <a:pPr marL="0" indent="0">
              <a:buNone/>
            </a:pPr>
            <a:r>
              <a:rPr lang="tr-TR" sz="1100" dirty="0"/>
              <a:t>Bu çalışmada kullanılan görseller, endüstriyel bir metal parçanın ham (işlenmemiş) yüzey görüntüleridir.</a:t>
            </a:r>
            <a:br>
              <a:rPr lang="tr-TR" sz="1100" dirty="0"/>
            </a:br>
            <a:r>
              <a:rPr lang="tr-TR" sz="1100" dirty="0"/>
              <a:t>Ham görüntülerde yüzey hataları çoğu zaman arka plan, ışık yansımaları ve metal yüzey dokusu nedeniyle çıplak gözle ayırt edilmesi zor hale gelmektedir.</a:t>
            </a:r>
          </a:p>
          <a:p>
            <a:pPr marL="0" indent="0">
              <a:buNone/>
            </a:pPr>
            <a:r>
              <a:rPr lang="tr-TR" sz="1100" dirty="0"/>
              <a:t>Bu nedenle çalışmanın temel problemi;</a:t>
            </a:r>
            <a:br>
              <a:rPr lang="tr-TR" sz="1100" dirty="0"/>
            </a:br>
            <a:r>
              <a:rPr lang="tr-TR" sz="1100" dirty="0"/>
              <a:t>ham yüzey görüntüleri üzerinde, yüzey hatalarının bilgisayar destekli yöntemlerle daha net hale getirilmesi ve otomatik olarak tespit edilmesidir.</a:t>
            </a:r>
          </a:p>
          <a:p>
            <a:endParaRPr lang="tr-TR" sz="1100" dirty="0"/>
          </a:p>
        </p:txBody>
      </p:sp>
      <p:pic>
        <p:nvPicPr>
          <p:cNvPr id="5" name="Resim 4" descr="daire, gümüş içeren bir resim&#10;&#10;Yapay zeka tarafından oluşturulmuş içerik yanlış olabilir.">
            <a:extLst>
              <a:ext uri="{FF2B5EF4-FFF2-40B4-BE49-F238E27FC236}">
                <a16:creationId xmlns:a16="http://schemas.microsoft.com/office/drawing/2014/main" id="{6F6AD519-B5DA-7408-6B97-5C1ECE6893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1145" y="2177597"/>
            <a:ext cx="3028950" cy="3788704"/>
          </a:xfrm>
          <a:prstGeom prst="rect">
            <a:avLst/>
          </a:prstGeom>
        </p:spPr>
      </p:pic>
    </p:spTree>
    <p:extLst>
      <p:ext uri="{BB962C8B-B14F-4D97-AF65-F5344CB8AC3E}">
        <p14:creationId xmlns:p14="http://schemas.microsoft.com/office/powerpoint/2010/main" val="1980167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4A411DE-40D1-D064-5B65-638B5767F1EA}"/>
              </a:ext>
            </a:extLst>
          </p:cNvPr>
          <p:cNvSpPr>
            <a:spLocks noGrp="1"/>
          </p:cNvSpPr>
          <p:nvPr>
            <p:ph type="title"/>
          </p:nvPr>
        </p:nvSpPr>
        <p:spPr>
          <a:xfrm>
            <a:off x="838200" y="365125"/>
            <a:ext cx="10515600" cy="887603"/>
          </a:xfrm>
        </p:spPr>
        <p:txBody>
          <a:bodyPr/>
          <a:lstStyle/>
          <a:p>
            <a:r>
              <a:rPr lang="tr-TR" dirty="0"/>
              <a:t>Önceki Çalışmada Uygulanan Teknikler</a:t>
            </a:r>
          </a:p>
        </p:txBody>
      </p:sp>
      <p:sp>
        <p:nvSpPr>
          <p:cNvPr id="3" name="İçerik Yer Tutucusu 2">
            <a:extLst>
              <a:ext uri="{FF2B5EF4-FFF2-40B4-BE49-F238E27FC236}">
                <a16:creationId xmlns:a16="http://schemas.microsoft.com/office/drawing/2014/main" id="{FCFA3383-5682-0B90-5A73-7834AF102242}"/>
              </a:ext>
            </a:extLst>
          </p:cNvPr>
          <p:cNvSpPr>
            <a:spLocks noGrp="1"/>
          </p:cNvSpPr>
          <p:nvPr>
            <p:ph idx="1"/>
          </p:nvPr>
        </p:nvSpPr>
        <p:spPr>
          <a:xfrm>
            <a:off x="838200" y="1171956"/>
            <a:ext cx="10515600" cy="4814507"/>
          </a:xfrm>
        </p:spPr>
        <p:txBody>
          <a:bodyPr>
            <a:normAutofit fontScale="92500" lnSpcReduction="20000"/>
          </a:bodyPr>
          <a:lstStyle/>
          <a:p>
            <a:pPr marL="0" indent="0">
              <a:buNone/>
            </a:pPr>
            <a:r>
              <a:rPr lang="tr-TR" dirty="0"/>
              <a:t> Bu çalışmanın önceki aşamasında, yüzey görüntülerinin analiz edilebilirliğini artırmak amacıyla klasik görüntü işleme tabanlı görsel iyileştirme yöntemleri uygulanmıştır.</a:t>
            </a:r>
          </a:p>
          <a:p>
            <a:pPr marL="0" indent="0">
              <a:buNone/>
            </a:pPr>
            <a:r>
              <a:rPr lang="tr-TR" dirty="0"/>
              <a:t>Uygulanan yöntemler şunlardır:</a:t>
            </a:r>
          </a:p>
          <a:p>
            <a:pPr marL="0" indent="0">
              <a:buNone/>
            </a:pPr>
            <a:r>
              <a:rPr lang="tr-TR" b="1" dirty="0" err="1"/>
              <a:t>Gaussian</a:t>
            </a:r>
            <a:r>
              <a:rPr lang="tr-TR" b="1" dirty="0"/>
              <a:t> Filtre:</a:t>
            </a:r>
            <a:br>
              <a:rPr lang="tr-TR" dirty="0"/>
            </a:br>
            <a:r>
              <a:rPr lang="tr-TR" dirty="0"/>
              <a:t>Yüzey görüntülerindeki yüksek frekanslı gürültüleri azaltmak için kullanılmıştır. Bu sayede metal yüzey üzerindeki rastgele parazitler yumuşatılmıştır.</a:t>
            </a:r>
          </a:p>
          <a:p>
            <a:pPr marL="0" indent="0">
              <a:buNone/>
            </a:pPr>
            <a:r>
              <a:rPr lang="tr-TR" b="1" dirty="0" err="1"/>
              <a:t>Sobel</a:t>
            </a:r>
            <a:r>
              <a:rPr lang="tr-TR" b="1" dirty="0"/>
              <a:t> Kenar Tespiti:</a:t>
            </a:r>
            <a:br>
              <a:rPr lang="tr-TR" dirty="0"/>
            </a:br>
            <a:r>
              <a:rPr lang="tr-TR" dirty="0"/>
              <a:t>Görüntüdeki yoğunluk değişimlerini belirleyerek yüzey üzerindeki kenar yapıları ve geometrik sınırlar ortaya çıkarılmıştır.</a:t>
            </a:r>
          </a:p>
          <a:p>
            <a:pPr marL="0" indent="0">
              <a:buNone/>
            </a:pPr>
            <a:r>
              <a:rPr lang="tr-TR" b="1" dirty="0"/>
              <a:t>Histogram Eşitleme:</a:t>
            </a:r>
            <a:br>
              <a:rPr lang="tr-TR" dirty="0"/>
            </a:br>
            <a:r>
              <a:rPr lang="tr-TR" dirty="0"/>
              <a:t>Görüntünün kontrastı artırılarak düşük kontrastlı yüzey bölgelerinin daha belirgin hale gelmesi sağlanmıştır.</a:t>
            </a:r>
          </a:p>
          <a:p>
            <a:pPr marL="0" indent="0">
              <a:buNone/>
            </a:pPr>
            <a:r>
              <a:rPr lang="tr-TR" dirty="0"/>
              <a:t>Bu yöntemler görüntü detaylarını görünür hale getirmiştir; ancak yüzey hatalarının konumu otomatik olarak belirlenememektedir.</a:t>
            </a:r>
          </a:p>
        </p:txBody>
      </p:sp>
    </p:spTree>
    <p:extLst>
      <p:ext uri="{BB962C8B-B14F-4D97-AF65-F5344CB8AC3E}">
        <p14:creationId xmlns:p14="http://schemas.microsoft.com/office/powerpoint/2010/main" val="3998444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A2912822-0C82-DA20-3C9D-28762845E6CF}"/>
              </a:ext>
            </a:extLst>
          </p:cNvPr>
          <p:cNvSpPr>
            <a:spLocks noGrp="1"/>
          </p:cNvSpPr>
          <p:nvPr>
            <p:ph type="subTitle" idx="1"/>
          </p:nvPr>
        </p:nvSpPr>
        <p:spPr>
          <a:xfrm>
            <a:off x="476721" y="483805"/>
            <a:ext cx="11115480" cy="916369"/>
          </a:xfrm>
        </p:spPr>
        <p:txBody>
          <a:bodyPr anchor="t">
            <a:normAutofit fontScale="92500" lnSpcReduction="10000"/>
          </a:bodyPr>
          <a:lstStyle/>
          <a:p>
            <a:r>
              <a:rPr lang="tr-TR" sz="1500" dirty="0"/>
              <a:t>Uygulanan </a:t>
            </a:r>
            <a:r>
              <a:rPr lang="tr-TR" sz="1500" dirty="0" err="1"/>
              <a:t>Gaussian</a:t>
            </a:r>
            <a:r>
              <a:rPr lang="tr-TR" sz="1500" dirty="0"/>
              <a:t> filtre ile görüntüdeki gürültü azaltılmış, </a:t>
            </a:r>
            <a:r>
              <a:rPr lang="tr-TR" sz="1500" dirty="0" err="1"/>
              <a:t>Sobel</a:t>
            </a:r>
            <a:r>
              <a:rPr lang="tr-TR" sz="1500" dirty="0"/>
              <a:t> operatörü ile kenar yapıları belirginleştirilmiş ve histogram eşitleme ile kontrast artırılmıştır. Bu yöntemler yüzey detaylarını görünür hale getirmiştir; ancak yüzey hatalarının konumu otomatik olarak tespit edilememektedir.</a:t>
            </a:r>
          </a:p>
        </p:txBody>
      </p:sp>
      <p:pic>
        <p:nvPicPr>
          <p:cNvPr id="9" name="Resim 8" descr="hoparlör, daire içeren bir resim&#10;&#10;Yapay zeka tarafından oluşturulmuş içerik yanlış olabilir.">
            <a:extLst>
              <a:ext uri="{FF2B5EF4-FFF2-40B4-BE49-F238E27FC236}">
                <a16:creationId xmlns:a16="http://schemas.microsoft.com/office/drawing/2014/main" id="{DE39389D-567E-5061-AE5E-F3887719BF0E}"/>
              </a:ext>
            </a:extLst>
          </p:cNvPr>
          <p:cNvPicPr>
            <a:picLocks noChangeAspect="1"/>
          </p:cNvPicPr>
          <p:nvPr/>
        </p:nvPicPr>
        <p:blipFill>
          <a:blip r:embed="rId2"/>
          <a:stretch>
            <a:fillRect/>
          </a:stretch>
        </p:blipFill>
        <p:spPr>
          <a:xfrm>
            <a:off x="1375704" y="2009577"/>
            <a:ext cx="9440592" cy="2838846"/>
          </a:xfrm>
          <a:prstGeom prst="rect">
            <a:avLst/>
          </a:prstGeom>
        </p:spPr>
      </p:pic>
    </p:spTree>
    <p:extLst>
      <p:ext uri="{BB962C8B-B14F-4D97-AF65-F5344CB8AC3E}">
        <p14:creationId xmlns:p14="http://schemas.microsoft.com/office/powerpoint/2010/main" val="3024177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C18095F-7227-B3E2-97BA-A47EB44C317E}"/>
              </a:ext>
            </a:extLst>
          </p:cNvPr>
          <p:cNvSpPr>
            <a:spLocks noGrp="1"/>
          </p:cNvSpPr>
          <p:nvPr>
            <p:ph type="title"/>
          </p:nvPr>
        </p:nvSpPr>
        <p:spPr/>
        <p:txBody>
          <a:bodyPr/>
          <a:lstStyle/>
          <a:p>
            <a:r>
              <a:rPr lang="tr-TR" dirty="0"/>
              <a:t>Önerilen Yöntem</a:t>
            </a:r>
          </a:p>
        </p:txBody>
      </p:sp>
      <p:sp>
        <p:nvSpPr>
          <p:cNvPr id="3" name="İçerik Yer Tutucusu 2">
            <a:extLst>
              <a:ext uri="{FF2B5EF4-FFF2-40B4-BE49-F238E27FC236}">
                <a16:creationId xmlns:a16="http://schemas.microsoft.com/office/drawing/2014/main" id="{32DC336B-2CEF-4769-8C17-91A84E05B34D}"/>
              </a:ext>
            </a:extLst>
          </p:cNvPr>
          <p:cNvSpPr>
            <a:spLocks noGrp="1"/>
          </p:cNvSpPr>
          <p:nvPr>
            <p:ph idx="1"/>
          </p:nvPr>
        </p:nvSpPr>
        <p:spPr/>
        <p:txBody>
          <a:bodyPr>
            <a:normAutofit fontScale="55000" lnSpcReduction="20000"/>
          </a:bodyPr>
          <a:lstStyle/>
          <a:p>
            <a:pPr marL="0" indent="0">
              <a:buNone/>
            </a:pPr>
            <a:r>
              <a:rPr lang="tr-TR" dirty="0"/>
              <a:t>Bu projede, önceki çalışmada uygulanan görsel iyileştirme yöntemlerinden farklı olarak, yüzey hatalarının otomatik olarak tespit edilmesini hedefleyen çok aşamalı bir yöntem önerilmiştir.</a:t>
            </a:r>
          </a:p>
          <a:p>
            <a:pPr marL="0" indent="0">
              <a:buNone/>
            </a:pPr>
            <a:r>
              <a:rPr lang="tr-TR" dirty="0"/>
              <a:t>Önerilen yöntem, klasik görüntü işleme tekniklerinin ardışık ve birlikte kullanılması ile oluşturulmuştur.</a:t>
            </a:r>
            <a:br>
              <a:rPr lang="tr-TR" dirty="0"/>
            </a:br>
            <a:r>
              <a:rPr lang="tr-TR" dirty="0"/>
              <a:t>Bu sayede, yalnızca görüntü kalitesi artırılmamış; aynı zamanda yüzey üzerindeki potansiyel hatalı bölgeler ayrıştırılarak konumları belirlenmiştir.</a:t>
            </a:r>
          </a:p>
          <a:p>
            <a:pPr marL="0" indent="0">
              <a:buNone/>
            </a:pPr>
            <a:r>
              <a:rPr lang="tr-TR" dirty="0"/>
              <a:t>Önerilen yöntemin temel adımları:</a:t>
            </a:r>
          </a:p>
          <a:p>
            <a:r>
              <a:rPr lang="tr-TR" b="1" dirty="0"/>
              <a:t>CLAHE: </a:t>
            </a:r>
            <a:r>
              <a:rPr lang="tr-TR" dirty="0"/>
              <a:t>Metal yüzeydeki yerel kontrast farklarının dengeli şekilde artırılması</a:t>
            </a:r>
          </a:p>
          <a:p>
            <a:r>
              <a:rPr lang="tr-TR" b="1" dirty="0" err="1"/>
              <a:t>Median</a:t>
            </a:r>
            <a:r>
              <a:rPr lang="tr-TR" b="1" dirty="0"/>
              <a:t> Filtre: </a:t>
            </a:r>
            <a:r>
              <a:rPr lang="tr-TR" dirty="0"/>
              <a:t>Çizik ve benek türü gürültülerin bastırılması</a:t>
            </a:r>
          </a:p>
          <a:p>
            <a:r>
              <a:rPr lang="tr-TR" b="1" dirty="0" err="1"/>
              <a:t>Adaptive</a:t>
            </a:r>
            <a:r>
              <a:rPr lang="tr-TR" b="1" dirty="0"/>
              <a:t> </a:t>
            </a:r>
            <a:r>
              <a:rPr lang="tr-TR" b="1" dirty="0" err="1"/>
              <a:t>Threshold</a:t>
            </a:r>
            <a:r>
              <a:rPr lang="tr-TR" b="1" dirty="0"/>
              <a:t>: </a:t>
            </a:r>
            <a:r>
              <a:rPr lang="tr-TR" dirty="0"/>
              <a:t>Hatalı bölgelerin arka plandan ayrıştırılması</a:t>
            </a:r>
          </a:p>
          <a:p>
            <a:r>
              <a:rPr lang="tr-TR" b="1" dirty="0"/>
              <a:t>Morfolojik İşlemler: </a:t>
            </a:r>
            <a:r>
              <a:rPr lang="tr-TR" dirty="0"/>
              <a:t>Maske üzerindeki küçük gürültülerin temizlenmesi</a:t>
            </a:r>
          </a:p>
          <a:p>
            <a:r>
              <a:rPr lang="tr-TR" b="1" dirty="0" err="1"/>
              <a:t>Contour</a:t>
            </a:r>
            <a:r>
              <a:rPr lang="tr-TR" b="1" dirty="0"/>
              <a:t> Analizi: </a:t>
            </a:r>
            <a:r>
              <a:rPr lang="tr-TR" dirty="0"/>
              <a:t>Yüzey hatalarının otomatik olarak tespit edilmesi</a:t>
            </a:r>
          </a:p>
          <a:p>
            <a:pPr marL="0" indent="0">
              <a:buNone/>
            </a:pPr>
            <a:r>
              <a:rPr lang="tr-TR" dirty="0"/>
              <a:t>Bu adımlar, tek bir yöntem kapsamında uygulanmış ve yüzey hatalarının belirgin şekilde ortaya çıkarılması sağlanmıştır.</a:t>
            </a:r>
          </a:p>
          <a:p>
            <a:endParaRPr lang="tr-TR" dirty="0"/>
          </a:p>
        </p:txBody>
      </p:sp>
    </p:spTree>
    <p:extLst>
      <p:ext uri="{BB962C8B-B14F-4D97-AF65-F5344CB8AC3E}">
        <p14:creationId xmlns:p14="http://schemas.microsoft.com/office/powerpoint/2010/main" val="2345111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4C6903A-4480-60DE-C812-08B92333264F}"/>
              </a:ext>
            </a:extLst>
          </p:cNvPr>
          <p:cNvSpPr>
            <a:spLocks noGrp="1"/>
          </p:cNvSpPr>
          <p:nvPr>
            <p:ph idx="1"/>
          </p:nvPr>
        </p:nvSpPr>
        <p:spPr>
          <a:xfrm>
            <a:off x="980694" y="3383355"/>
            <a:ext cx="10515600" cy="3327008"/>
          </a:xfrm>
        </p:spPr>
        <p:txBody>
          <a:bodyPr/>
          <a:lstStyle/>
          <a:p>
            <a:pPr marL="0" indent="0">
              <a:buNone/>
            </a:pPr>
            <a:r>
              <a:rPr lang="tr-TR" dirty="0"/>
              <a:t>Önerilen yöntem sonucunda, metal yüzey üzerindeki potansiyel hatalı bölgeler arka plandan ayrıştırılmış ve yüzey hataları otomatik olarak tespit edilmiştir. Defekt maskesi sayesinde yüzey düzensizlikleri belirgin hale gelmiş, </a:t>
            </a:r>
            <a:r>
              <a:rPr lang="tr-TR" dirty="0" err="1"/>
              <a:t>contour</a:t>
            </a:r>
            <a:r>
              <a:rPr lang="tr-TR" dirty="0"/>
              <a:t> analizi ile bu bölgelerin konumları görsel olarak işaretlenmiştir.</a:t>
            </a:r>
          </a:p>
        </p:txBody>
      </p:sp>
      <p:pic>
        <p:nvPicPr>
          <p:cNvPr id="5" name="Resim 4" descr="Araba parçası, hoparlör, daire, metin içeren bir resim&#10;&#10;Yapay zeka tarafından oluşturulmuş içerik yanlış olabilir.">
            <a:extLst>
              <a:ext uri="{FF2B5EF4-FFF2-40B4-BE49-F238E27FC236}">
                <a16:creationId xmlns:a16="http://schemas.microsoft.com/office/drawing/2014/main" id="{9ED8841F-699C-F357-6AD6-0E8A9BDB3499}"/>
              </a:ext>
            </a:extLst>
          </p:cNvPr>
          <p:cNvPicPr>
            <a:picLocks noChangeAspect="1"/>
          </p:cNvPicPr>
          <p:nvPr/>
        </p:nvPicPr>
        <p:blipFill>
          <a:blip r:embed="rId2"/>
          <a:stretch>
            <a:fillRect/>
          </a:stretch>
        </p:blipFill>
        <p:spPr>
          <a:xfrm>
            <a:off x="715676" y="147637"/>
            <a:ext cx="11383964" cy="2819794"/>
          </a:xfrm>
          <a:prstGeom prst="rect">
            <a:avLst/>
          </a:prstGeom>
        </p:spPr>
      </p:pic>
    </p:spTree>
    <p:extLst>
      <p:ext uri="{BB962C8B-B14F-4D97-AF65-F5344CB8AC3E}">
        <p14:creationId xmlns:p14="http://schemas.microsoft.com/office/powerpoint/2010/main" val="2288528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270B490-761F-C8CE-153C-E364F3032B5F}"/>
              </a:ext>
            </a:extLst>
          </p:cNvPr>
          <p:cNvSpPr>
            <a:spLocks noGrp="1"/>
          </p:cNvSpPr>
          <p:nvPr>
            <p:ph type="title"/>
          </p:nvPr>
        </p:nvSpPr>
        <p:spPr/>
        <p:txBody>
          <a:bodyPr/>
          <a:lstStyle/>
          <a:p>
            <a:r>
              <a:rPr lang="tr-TR" dirty="0"/>
              <a:t>Sonuç ve Değerlendirme</a:t>
            </a:r>
          </a:p>
        </p:txBody>
      </p:sp>
      <p:sp>
        <p:nvSpPr>
          <p:cNvPr id="3" name="İçerik Yer Tutucusu 2">
            <a:extLst>
              <a:ext uri="{FF2B5EF4-FFF2-40B4-BE49-F238E27FC236}">
                <a16:creationId xmlns:a16="http://schemas.microsoft.com/office/drawing/2014/main" id="{E10C9621-C86B-B395-B3D2-4716279C02B6}"/>
              </a:ext>
            </a:extLst>
          </p:cNvPr>
          <p:cNvSpPr>
            <a:spLocks noGrp="1"/>
          </p:cNvSpPr>
          <p:nvPr>
            <p:ph idx="1"/>
          </p:nvPr>
        </p:nvSpPr>
        <p:spPr/>
        <p:txBody>
          <a:bodyPr>
            <a:normAutofit lnSpcReduction="10000"/>
          </a:bodyPr>
          <a:lstStyle/>
          <a:p>
            <a:pPr marL="0" indent="0">
              <a:buNone/>
            </a:pPr>
            <a:r>
              <a:rPr lang="tr-TR" dirty="0"/>
              <a:t>Önceki çalışmada uygulanan </a:t>
            </a:r>
            <a:r>
              <a:rPr lang="tr-TR" dirty="0" err="1"/>
              <a:t>Gaussian</a:t>
            </a:r>
            <a:r>
              <a:rPr lang="tr-TR" dirty="0"/>
              <a:t> filtre, </a:t>
            </a:r>
            <a:r>
              <a:rPr lang="tr-TR" dirty="0" err="1"/>
              <a:t>Sobel</a:t>
            </a:r>
            <a:r>
              <a:rPr lang="tr-TR" dirty="0"/>
              <a:t> operatörü ve histogram eşitleme gibi klasik görüntü işleme yöntemleri, yüzey görüntülerinin kalitesini artırmada ve detayların daha görünür hale getirilmesinde etkili olmuştur. Ancak bu yöntemler, yüzey hatalarının yalnızca görsel olarak vurgulanmasını sağlamış, hatalı bölgelerin konumunun otomatik olarak belirlenmesi açısından yeterli olmamıştır. Buna karşılık, bu projede önerilen çok aşamalı yöntem; kontrast iyileştirme, gürültü giderme ve segmentasyon adımlarını bir arada kullanarak yüzey hatalarını arka plandan ayırmış ve bu bölgeleri otomatik olarak tespit etmiştir. </a:t>
            </a:r>
            <a:r>
              <a:rPr lang="tr-TR" b="1" dirty="0"/>
              <a:t>Elde edilen sonuçlar, önerilen yöntemin problem çözümüne doğrudan katkı sağladığını ve önceki yöntemlere kıyasla daha işlevsel olduğunu göstermektedir.</a:t>
            </a:r>
          </a:p>
          <a:p>
            <a:endParaRPr lang="tr-TR" dirty="0"/>
          </a:p>
        </p:txBody>
      </p:sp>
    </p:spTree>
    <p:extLst>
      <p:ext uri="{BB962C8B-B14F-4D97-AF65-F5344CB8AC3E}">
        <p14:creationId xmlns:p14="http://schemas.microsoft.com/office/powerpoint/2010/main" val="1175623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C63B974-6FE2-5A0F-5BCD-812EA9768657}"/>
              </a:ext>
            </a:extLst>
          </p:cNvPr>
          <p:cNvSpPr>
            <a:spLocks noGrp="1"/>
          </p:cNvSpPr>
          <p:nvPr>
            <p:ph type="title"/>
          </p:nvPr>
        </p:nvSpPr>
        <p:spPr/>
        <p:txBody>
          <a:bodyPr/>
          <a:lstStyle/>
          <a:p>
            <a:r>
              <a:rPr lang="tr-TR" dirty="0"/>
              <a:t>Görev Dağılımı</a:t>
            </a:r>
          </a:p>
        </p:txBody>
      </p:sp>
      <p:sp>
        <p:nvSpPr>
          <p:cNvPr id="3" name="İçerik Yer Tutucusu 2">
            <a:extLst>
              <a:ext uri="{FF2B5EF4-FFF2-40B4-BE49-F238E27FC236}">
                <a16:creationId xmlns:a16="http://schemas.microsoft.com/office/drawing/2014/main" id="{947A3DEE-7C6D-E87D-38C7-8A74977C9C0A}"/>
              </a:ext>
            </a:extLst>
          </p:cNvPr>
          <p:cNvSpPr>
            <a:spLocks noGrp="1"/>
          </p:cNvSpPr>
          <p:nvPr>
            <p:ph idx="1"/>
          </p:nvPr>
        </p:nvSpPr>
        <p:spPr/>
        <p:txBody>
          <a:bodyPr>
            <a:normAutofit fontScale="70000" lnSpcReduction="20000"/>
          </a:bodyPr>
          <a:lstStyle/>
          <a:p>
            <a:pPr marL="0" indent="0">
              <a:buNone/>
            </a:pPr>
            <a:r>
              <a:rPr lang="tr-TR" b="1" dirty="0"/>
              <a:t>Zeynep Yamanoğlu</a:t>
            </a:r>
            <a:endParaRPr lang="tr-TR" dirty="0"/>
          </a:p>
          <a:p>
            <a:pPr lvl="1"/>
            <a:r>
              <a:rPr lang="tr-TR" dirty="0"/>
              <a:t>Sonuçların değerlendirilmesi</a:t>
            </a:r>
          </a:p>
          <a:p>
            <a:pPr lvl="1"/>
            <a:r>
              <a:rPr lang="tr-TR" dirty="0"/>
              <a:t>Sunum ve rapor düzenlemesi</a:t>
            </a:r>
          </a:p>
          <a:p>
            <a:pPr lvl="1"/>
            <a:r>
              <a:rPr lang="tr-TR" dirty="0"/>
              <a:t>Karşılaştırmalı analizlerin hazırlanması</a:t>
            </a:r>
            <a:endParaRPr lang="tr-TR" b="1" dirty="0"/>
          </a:p>
          <a:p>
            <a:pPr marL="0" indent="0">
              <a:buNone/>
            </a:pPr>
            <a:r>
              <a:rPr lang="tr-TR" b="1" dirty="0"/>
              <a:t>Fatih Erol</a:t>
            </a:r>
            <a:endParaRPr lang="tr-TR" dirty="0"/>
          </a:p>
          <a:p>
            <a:pPr lvl="1"/>
            <a:r>
              <a:rPr lang="tr-TR" dirty="0"/>
              <a:t>Veri setinin oluşturulması ve görüntülerin temini</a:t>
            </a:r>
          </a:p>
          <a:p>
            <a:pPr lvl="1"/>
            <a:r>
              <a:rPr lang="tr-TR" dirty="0"/>
              <a:t>Literatür taraması ve ilgili akademik çalışmaların incelenmesi</a:t>
            </a:r>
          </a:p>
          <a:p>
            <a:pPr lvl="1"/>
            <a:r>
              <a:rPr lang="tr-TR" dirty="0"/>
              <a:t>Önceki yöntemlerin raporlanması</a:t>
            </a:r>
          </a:p>
          <a:p>
            <a:pPr marL="0" indent="0">
              <a:buNone/>
            </a:pPr>
            <a:r>
              <a:rPr lang="tr-TR" b="1" dirty="0"/>
              <a:t>Semih Karamuk</a:t>
            </a:r>
            <a:endParaRPr lang="tr-TR" dirty="0"/>
          </a:p>
          <a:p>
            <a:pPr lvl="1"/>
            <a:r>
              <a:rPr lang="tr-TR" dirty="0"/>
              <a:t>Görüntü işleme algoritmalarının geliştirilmesi</a:t>
            </a:r>
          </a:p>
          <a:p>
            <a:pPr lvl="1"/>
            <a:r>
              <a:rPr lang="tr-TR" dirty="0"/>
              <a:t>Kodlama ve yöntemlerin uygulanması</a:t>
            </a:r>
          </a:p>
          <a:p>
            <a:pPr lvl="1"/>
            <a:r>
              <a:rPr lang="tr-TR" dirty="0"/>
              <a:t>Elde edilen sonuçların analiz edilmesi</a:t>
            </a:r>
          </a:p>
          <a:p>
            <a:pPr marL="0" indent="0">
              <a:buNone/>
            </a:pPr>
            <a:endParaRPr lang="tr-TR" dirty="0"/>
          </a:p>
        </p:txBody>
      </p:sp>
    </p:spTree>
    <p:extLst>
      <p:ext uri="{BB962C8B-B14F-4D97-AF65-F5344CB8AC3E}">
        <p14:creationId xmlns:p14="http://schemas.microsoft.com/office/powerpoint/2010/main" val="2745360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E0BF262-BADE-F428-5497-51B8942C9BEA}"/>
              </a:ext>
            </a:extLst>
          </p:cNvPr>
          <p:cNvSpPr>
            <a:spLocks noGrp="1"/>
          </p:cNvSpPr>
          <p:nvPr>
            <p:ph type="title"/>
          </p:nvPr>
        </p:nvSpPr>
        <p:spPr>
          <a:xfrm>
            <a:off x="1683171" y="1169773"/>
            <a:ext cx="8825658" cy="2870161"/>
          </a:xfrm>
        </p:spPr>
        <p:txBody>
          <a:bodyPr vert="horz" lIns="91440" tIns="45720" rIns="91440" bIns="45720" rtlCol="0" anchor="b">
            <a:normAutofit/>
          </a:bodyPr>
          <a:lstStyle/>
          <a:p>
            <a:pPr algn="ctr"/>
            <a:r>
              <a:rPr lang="en-US" sz="5400">
                <a:solidFill>
                  <a:schemeClr val="tx1"/>
                </a:solidFill>
              </a:rPr>
              <a:t>Teşekkürler…</a:t>
            </a:r>
          </a:p>
        </p:txBody>
      </p:sp>
    </p:spTree>
    <p:extLst>
      <p:ext uri="{BB962C8B-B14F-4D97-AF65-F5344CB8AC3E}">
        <p14:creationId xmlns:p14="http://schemas.microsoft.com/office/powerpoint/2010/main" val="941116888"/>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Galeri">
  <a:themeElements>
    <a:clrScheme name="Galeri">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eri">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eri">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32</TotalTime>
  <Words>623</Words>
  <Application>Microsoft Office PowerPoint</Application>
  <PresentationFormat>Geniş ekran</PresentationFormat>
  <Paragraphs>47</Paragraphs>
  <Slides>9</Slides>
  <Notes>0</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9</vt:i4>
      </vt:variant>
    </vt:vector>
  </HeadingPairs>
  <TitlesOfParts>
    <vt:vector size="12" baseType="lpstr">
      <vt:lpstr>Arial</vt:lpstr>
      <vt:lpstr>Gill Sans MT</vt:lpstr>
      <vt:lpstr>Galeri</vt:lpstr>
      <vt:lpstr>Endüstriyel KALİTE Kontrolde Yüzey Hatası TESPİTİ</vt:lpstr>
      <vt:lpstr>Problem Tanımı</vt:lpstr>
      <vt:lpstr>Önceki Çalışmada Uygulanan Teknikler</vt:lpstr>
      <vt:lpstr>PowerPoint Sunusu</vt:lpstr>
      <vt:lpstr>Önerilen Yöntem</vt:lpstr>
      <vt:lpstr>PowerPoint Sunusu</vt:lpstr>
      <vt:lpstr>Sonuç ve Değerlendirme</vt:lpstr>
      <vt:lpstr>Görev Dağılımı</vt:lpstr>
      <vt:lpstr>Teşekkürler…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Semih Karamuk</dc:creator>
  <cp:lastModifiedBy>Semih Karamuk</cp:lastModifiedBy>
  <cp:revision>1</cp:revision>
  <dcterms:created xsi:type="dcterms:W3CDTF">2025-12-27T19:38:16Z</dcterms:created>
  <dcterms:modified xsi:type="dcterms:W3CDTF">2025-12-27T20:12:38Z</dcterms:modified>
</cp:coreProperties>
</file>